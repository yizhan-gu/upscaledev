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notesMasterIdLst>
    <p:notesMasterId r:id="rId14"/>
  </p:notesMasterIdLst>
  <p:handoutMasterIdLst>
    <p:handoutMasterId r:id="rId15"/>
  </p:handoutMasterIdLst>
  <p:sldIdLst>
    <p:sldId id="670" r:id="rId5"/>
    <p:sldId id="675" r:id="rId6"/>
    <p:sldId id="677" r:id="rId7"/>
    <p:sldId id="674" r:id="rId8"/>
    <p:sldId id="682" r:id="rId9"/>
    <p:sldId id="680" r:id="rId10"/>
    <p:sldId id="678" r:id="rId11"/>
    <p:sldId id="681" r:id="rId12"/>
    <p:sldId id="67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EB24D279-9A6E-4F3B-A54B-C3023AC46254}">
          <p14:sldIdLst>
            <p14:sldId id="670"/>
            <p14:sldId id="675"/>
            <p14:sldId id="677"/>
            <p14:sldId id="674"/>
            <p14:sldId id="682"/>
            <p14:sldId id="680"/>
            <p14:sldId id="678"/>
            <p14:sldId id="681"/>
            <p14:sldId id="676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19C95B-AA8B-1A5C-FFD3-E3033536539B}" name="Solène VION" initials="SV" userId="S::solene.vion@totalenergies.com::7689a099-1f91-4248-af9a-c81c01fd493c" providerId="AD"/>
  <p188:author id="{843E2AC9-E6FD-A543-263F-E1ED0B8CFB4A}" name="Ellina Magand" initials="EM" userId="S::Ellina@slideup-crea.com::57d7d932-c56a-44db-8200-a50a94c29174" providerId="AD"/>
  <p188:author id="{8C3D2ED0-0EA9-AE1C-1D6F-700781E72672}" name="Aurélie Lepoan" initials="AL" userId="S::aurelie@slideup-crea.com::985bf843-d9a3-4a5d-825b-56258977b0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000"/>
    <a:srgbClr val="00C8FF"/>
    <a:srgbClr val="EEEEED"/>
    <a:srgbClr val="F5F6F6"/>
    <a:srgbClr val="0082FF"/>
    <a:srgbClr val="4632FF"/>
    <a:srgbClr val="00AAFF"/>
    <a:srgbClr val="FFFFFF"/>
    <a:srgbClr val="B4BCBC"/>
    <a:srgbClr val="374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065AE-16EC-4C24-938F-917B7575BAF4}" v="2" dt="2025-04-16T23:53:50.319"/>
    <p1510:client id="{5DB020B2-AC1C-449B-871A-08C027CF852E}" v="1012" dt="2025-04-16T23:39:31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659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3329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43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baud CAMBRONNE" userId="dc436455-6161-4cf8-8210-ab832c8b7b83" providerId="ADAL" clId="{5DB020B2-AC1C-449B-871A-08C027CF852E}"/>
    <pc:docChg chg="undo redo custSel addSld delSld modSld sldOrd addSection delSection modSection">
      <pc:chgData name="Thibaud CAMBRONNE" userId="dc436455-6161-4cf8-8210-ab832c8b7b83" providerId="ADAL" clId="{5DB020B2-AC1C-449B-871A-08C027CF852E}" dt="2025-04-16T23:39:20.972" v="10893" actId="20577"/>
      <pc:docMkLst>
        <pc:docMk/>
      </pc:docMkLst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85532684" sldId="50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1194524" sldId="50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07765677" sldId="50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08377361" sldId="51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90764986" sldId="51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62026216" sldId="52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054775422" sldId="52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460099526" sldId="52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10496195" sldId="53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41057154" sldId="53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483319102" sldId="53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07515448" sldId="53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337641310" sldId="53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597214099" sldId="54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3978588" sldId="54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0808214" sldId="54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21062194" sldId="54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96364768" sldId="546"/>
        </pc:sldMkLst>
      </pc:sldChg>
      <pc:sldChg chg="addSp delSp mod">
        <pc:chgData name="Thibaud CAMBRONNE" userId="dc436455-6161-4cf8-8210-ab832c8b7b83" providerId="ADAL" clId="{5DB020B2-AC1C-449B-871A-08C027CF852E}" dt="2025-04-14T23:40:30.863" v="1647" actId="21"/>
        <pc:sldMkLst>
          <pc:docMk/>
          <pc:sldMk cId="793219219" sldId="550"/>
        </pc:sldMkLst>
        <pc:spChg chg="add del">
          <ac:chgData name="Thibaud CAMBRONNE" userId="dc436455-6161-4cf8-8210-ab832c8b7b83" providerId="ADAL" clId="{5DB020B2-AC1C-449B-871A-08C027CF852E}" dt="2025-04-14T23:40:30.863" v="1647" actId="21"/>
          <ac:spMkLst>
            <pc:docMk/>
            <pc:sldMk cId="793219219" sldId="550"/>
            <ac:spMk id="11" creationId="{C471F71B-07E9-2644-510E-B6F90928F16D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303629643" sldId="55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688502585" sldId="55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709109585" sldId="55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038954300" sldId="55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19690226" sldId="56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6920860" sldId="56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66094145" sldId="56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61582919" sldId="56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99473191" sldId="56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868838017" sldId="57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339171565" sldId="57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976480811" sldId="57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71861246" sldId="57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611713018" sldId="57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90299117" sldId="57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41103732" sldId="57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14470030" sldId="58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50783708" sldId="58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56156719" sldId="58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19844228" sldId="59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37388003" sldId="59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005041287" sldId="59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015264227" sldId="59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92909992" sldId="59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986953089" sldId="59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844289495" sldId="598"/>
        </pc:sldMkLst>
      </pc:sldChg>
      <pc:sldChg chg="modSp new mod ord">
        <pc:chgData name="Thibaud CAMBRONNE" userId="dc436455-6161-4cf8-8210-ab832c8b7b83" providerId="ADAL" clId="{5DB020B2-AC1C-449B-871A-08C027CF852E}" dt="2025-04-16T18:07:04.967" v="8882" actId="20577"/>
        <pc:sldMkLst>
          <pc:docMk/>
          <pc:sldMk cId="518817781" sldId="670"/>
        </pc:sldMkLst>
        <pc:spChg chg="mod">
          <ac:chgData name="Thibaud CAMBRONNE" userId="dc436455-6161-4cf8-8210-ab832c8b7b83" providerId="ADAL" clId="{5DB020B2-AC1C-449B-871A-08C027CF852E}" dt="2025-04-16T18:07:04.967" v="8882" actId="20577"/>
          <ac:spMkLst>
            <pc:docMk/>
            <pc:sldMk cId="518817781" sldId="670"/>
            <ac:spMk id="2" creationId="{20EE3509-2901-AB27-302D-A894CE61482E}"/>
          </ac:spMkLst>
        </pc:spChg>
        <pc:spChg chg="mod">
          <ac:chgData name="Thibaud CAMBRONNE" userId="dc436455-6161-4cf8-8210-ab832c8b7b83" providerId="ADAL" clId="{5DB020B2-AC1C-449B-871A-08C027CF852E}" dt="2025-04-11T22:14:06.779" v="71" actId="20577"/>
          <ac:spMkLst>
            <pc:docMk/>
            <pc:sldMk cId="518817781" sldId="670"/>
            <ac:spMk id="3" creationId="{ABF5D63F-1FA5-5BFA-06C9-6208F4088F0F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6835699" sldId="671"/>
        </pc:sldMkLst>
      </pc:sldChg>
      <pc:sldChg chg="addSp delSp modSp add del mod">
        <pc:chgData name="Thibaud CAMBRONNE" userId="dc436455-6161-4cf8-8210-ab832c8b7b83" providerId="ADAL" clId="{5DB020B2-AC1C-449B-871A-08C027CF852E}" dt="2025-04-15T18:41:27.022" v="3130" actId="47"/>
        <pc:sldMkLst>
          <pc:docMk/>
          <pc:sldMk cId="2032250081" sldId="67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25525265" sldId="672"/>
        </pc:sldMkLst>
      </pc:sldChg>
      <pc:sldChg chg="modSp add del mod">
        <pc:chgData name="Thibaud CAMBRONNE" userId="dc436455-6161-4cf8-8210-ab832c8b7b83" providerId="ADAL" clId="{5DB020B2-AC1C-449B-871A-08C027CF852E}" dt="2025-04-16T23:29:49.248" v="10605" actId="47"/>
        <pc:sldMkLst>
          <pc:docMk/>
          <pc:sldMk cId="3949344147" sldId="67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24770370" sldId="673"/>
        </pc:sldMkLst>
      </pc:sldChg>
      <pc:sldChg chg="modSp add del mod">
        <pc:chgData name="Thibaud CAMBRONNE" userId="dc436455-6161-4cf8-8210-ab832c8b7b83" providerId="ADAL" clId="{5DB020B2-AC1C-449B-871A-08C027CF852E}" dt="2025-04-16T23:29:46.181" v="10604" actId="47"/>
        <pc:sldMkLst>
          <pc:docMk/>
          <pc:sldMk cId="3100241550" sldId="67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296267678" sldId="674"/>
        </pc:sldMkLst>
      </pc:sldChg>
      <pc:sldChg chg="addSp delSp modSp add mod delAnim modAnim">
        <pc:chgData name="Thibaud CAMBRONNE" userId="dc436455-6161-4cf8-8210-ab832c8b7b83" providerId="ADAL" clId="{5DB020B2-AC1C-449B-871A-08C027CF852E}" dt="2025-04-16T22:03:32.313" v="10122" actId="20577"/>
        <pc:sldMkLst>
          <pc:docMk/>
          <pc:sldMk cId="4114961915" sldId="674"/>
        </pc:sldMkLst>
        <pc:spChg chg="add mod">
          <ac:chgData name="Thibaud CAMBRONNE" userId="dc436455-6161-4cf8-8210-ab832c8b7b83" providerId="ADAL" clId="{5DB020B2-AC1C-449B-871A-08C027CF852E}" dt="2025-04-15T22:16:05.506" v="4942" actId="20577"/>
          <ac:spMkLst>
            <pc:docMk/>
            <pc:sldMk cId="4114961915" sldId="674"/>
            <ac:spMk id="5" creationId="{08CF4919-7222-ECA7-3614-2045ACAA6048}"/>
          </ac:spMkLst>
        </pc:spChg>
        <pc:spChg chg="add del mod">
          <ac:chgData name="Thibaud CAMBRONNE" userId="dc436455-6161-4cf8-8210-ab832c8b7b83" providerId="ADAL" clId="{5DB020B2-AC1C-449B-871A-08C027CF852E}" dt="2025-04-15T20:43:48.857" v="4293" actId="478"/>
          <ac:spMkLst>
            <pc:docMk/>
            <pc:sldMk cId="4114961915" sldId="674"/>
            <ac:spMk id="6" creationId="{C12991EA-34D1-73BC-4DB9-EDF11598F858}"/>
          </ac:spMkLst>
        </pc:spChg>
        <pc:spChg chg="add mod">
          <ac:chgData name="Thibaud CAMBRONNE" userId="dc436455-6161-4cf8-8210-ab832c8b7b83" providerId="ADAL" clId="{5DB020B2-AC1C-449B-871A-08C027CF852E}" dt="2025-04-16T21:58:06.443" v="9784" actId="6549"/>
          <ac:spMkLst>
            <pc:docMk/>
            <pc:sldMk cId="4114961915" sldId="674"/>
            <ac:spMk id="7" creationId="{56BEBE28-DB6B-50CD-DA70-F258ABD550D4}"/>
          </ac:spMkLst>
        </pc:spChg>
        <pc:spChg chg="add del mod">
          <ac:chgData name="Thibaud CAMBRONNE" userId="dc436455-6161-4cf8-8210-ab832c8b7b83" providerId="ADAL" clId="{5DB020B2-AC1C-449B-871A-08C027CF852E}" dt="2025-04-15T18:51:40.246" v="3412" actId="478"/>
          <ac:spMkLst>
            <pc:docMk/>
            <pc:sldMk cId="4114961915" sldId="674"/>
            <ac:spMk id="7" creationId="{90A8756D-9E48-361F-C839-5214E172B7D3}"/>
          </ac:spMkLst>
        </pc:spChg>
        <pc:spChg chg="mod">
          <ac:chgData name="Thibaud CAMBRONNE" userId="dc436455-6161-4cf8-8210-ab832c8b7b83" providerId="ADAL" clId="{5DB020B2-AC1C-449B-871A-08C027CF852E}" dt="2025-04-16T21:46:13.093" v="9399" actId="1076"/>
          <ac:spMkLst>
            <pc:docMk/>
            <pc:sldMk cId="4114961915" sldId="674"/>
            <ac:spMk id="8" creationId="{7FEB3C2B-E64E-719C-0465-7A9DFC717391}"/>
          </ac:spMkLst>
        </pc:spChg>
        <pc:spChg chg="del mod">
          <ac:chgData name="Thibaud CAMBRONNE" userId="dc436455-6161-4cf8-8210-ab832c8b7b83" providerId="ADAL" clId="{5DB020B2-AC1C-449B-871A-08C027CF852E}" dt="2025-04-15T01:53:07.879" v="2779" actId="478"/>
          <ac:spMkLst>
            <pc:docMk/>
            <pc:sldMk cId="4114961915" sldId="674"/>
            <ac:spMk id="9" creationId="{871FA843-F540-ABDD-34E9-1576FCEA2FBE}"/>
          </ac:spMkLst>
        </pc:spChg>
        <pc:spChg chg="del mod">
          <ac:chgData name="Thibaud CAMBRONNE" userId="dc436455-6161-4cf8-8210-ab832c8b7b83" providerId="ADAL" clId="{5DB020B2-AC1C-449B-871A-08C027CF852E}" dt="2025-04-15T18:40:35.320" v="3112" actId="478"/>
          <ac:spMkLst>
            <pc:docMk/>
            <pc:sldMk cId="4114961915" sldId="674"/>
            <ac:spMk id="10" creationId="{698B361A-AD2A-D6D9-C703-34D1220FF9C0}"/>
          </ac:spMkLst>
        </pc:spChg>
        <pc:spChg chg="add del mod">
          <ac:chgData name="Thibaud CAMBRONNE" userId="dc436455-6161-4cf8-8210-ab832c8b7b83" providerId="ADAL" clId="{5DB020B2-AC1C-449B-871A-08C027CF852E}" dt="2025-04-15T18:40:35.320" v="3112" actId="478"/>
          <ac:spMkLst>
            <pc:docMk/>
            <pc:sldMk cId="4114961915" sldId="674"/>
            <ac:spMk id="12" creationId="{56FAE573-FA3E-EDB2-0751-A41AA9E6ABFB}"/>
          </ac:spMkLst>
        </pc:spChg>
        <pc:spChg chg="add del mod">
          <ac:chgData name="Thibaud CAMBRONNE" userId="dc436455-6161-4cf8-8210-ab832c8b7b83" providerId="ADAL" clId="{5DB020B2-AC1C-449B-871A-08C027CF852E}" dt="2025-04-15T18:40:35.320" v="3112" actId="478"/>
          <ac:spMkLst>
            <pc:docMk/>
            <pc:sldMk cId="4114961915" sldId="674"/>
            <ac:spMk id="13" creationId="{383CC782-AB65-233A-B027-8A98B00294C2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14" creationId="{0295FE75-13C2-2404-A339-DD3A6DB15B90}"/>
          </ac:spMkLst>
        </pc:spChg>
        <pc:spChg chg="add del mod">
          <ac:chgData name="Thibaud CAMBRONNE" userId="dc436455-6161-4cf8-8210-ab832c8b7b83" providerId="ADAL" clId="{5DB020B2-AC1C-449B-871A-08C027CF852E}" dt="2025-04-15T18:53:14.135" v="3521" actId="478"/>
          <ac:spMkLst>
            <pc:docMk/>
            <pc:sldMk cId="4114961915" sldId="674"/>
            <ac:spMk id="15" creationId="{1AFFE2F3-FB39-F268-5D40-D8667495A495}"/>
          </ac:spMkLst>
        </pc:spChg>
        <pc:spChg chg="add del mod">
          <ac:chgData name="Thibaud CAMBRONNE" userId="dc436455-6161-4cf8-8210-ab832c8b7b83" providerId="ADAL" clId="{5DB020B2-AC1C-449B-871A-08C027CF852E}" dt="2025-04-15T20:49:41.603" v="4358" actId="478"/>
          <ac:spMkLst>
            <pc:docMk/>
            <pc:sldMk cId="4114961915" sldId="674"/>
            <ac:spMk id="15" creationId="{82E1C406-A362-0C05-68AF-83C8E615E19B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16" creationId="{C7B84DC9-7AAD-54B5-171B-CED6B17BC037}"/>
          </ac:spMkLst>
        </pc:spChg>
        <pc:spChg chg="add mod">
          <ac:chgData name="Thibaud CAMBRONNE" userId="dc436455-6161-4cf8-8210-ab832c8b7b83" providerId="ADAL" clId="{5DB020B2-AC1C-449B-871A-08C027CF852E}" dt="2025-04-16T22:02:08.896" v="10106" actId="12788"/>
          <ac:spMkLst>
            <pc:docMk/>
            <pc:sldMk cId="4114961915" sldId="674"/>
            <ac:spMk id="17" creationId="{7234B797-378A-DC84-DBAA-1F7D9C5DA248}"/>
          </ac:spMkLst>
        </pc:spChg>
        <pc:spChg chg="add mod">
          <ac:chgData name="Thibaud CAMBRONNE" userId="dc436455-6161-4cf8-8210-ab832c8b7b83" providerId="ADAL" clId="{5DB020B2-AC1C-449B-871A-08C027CF852E}" dt="2025-04-15T22:16:18.857" v="4952" actId="20577"/>
          <ac:spMkLst>
            <pc:docMk/>
            <pc:sldMk cId="4114961915" sldId="674"/>
            <ac:spMk id="22" creationId="{3BFC9729-F4C0-F55B-431C-552E4572644E}"/>
          </ac:spMkLst>
        </pc:spChg>
        <pc:spChg chg="add mod">
          <ac:chgData name="Thibaud CAMBRONNE" userId="dc436455-6161-4cf8-8210-ab832c8b7b83" providerId="ADAL" clId="{5DB020B2-AC1C-449B-871A-08C027CF852E}" dt="2025-04-15T20:58:15.287" v="4557" actId="164"/>
          <ac:spMkLst>
            <pc:docMk/>
            <pc:sldMk cId="4114961915" sldId="674"/>
            <ac:spMk id="24" creationId="{D07E5E1B-2C51-84DB-9E0F-2D04261F88F8}"/>
          </ac:spMkLst>
        </pc:spChg>
        <pc:spChg chg="add mod">
          <ac:chgData name="Thibaud CAMBRONNE" userId="dc436455-6161-4cf8-8210-ab832c8b7b83" providerId="ADAL" clId="{5DB020B2-AC1C-449B-871A-08C027CF852E}" dt="2025-04-15T20:58:15.287" v="4557" actId="164"/>
          <ac:spMkLst>
            <pc:docMk/>
            <pc:sldMk cId="4114961915" sldId="674"/>
            <ac:spMk id="28" creationId="{BE82EA53-109D-7789-BA53-A22375EB043A}"/>
          </ac:spMkLst>
        </pc:spChg>
        <pc:spChg chg="mod">
          <ac:chgData name="Thibaud CAMBRONNE" userId="dc436455-6161-4cf8-8210-ab832c8b7b83" providerId="ADAL" clId="{5DB020B2-AC1C-449B-871A-08C027CF852E}" dt="2025-04-15T20:58:26.198" v="4558" actId="571"/>
          <ac:spMkLst>
            <pc:docMk/>
            <pc:sldMk cId="4114961915" sldId="674"/>
            <ac:spMk id="31" creationId="{2097C2BB-1783-3CC1-EC23-4EA857B3F8A5}"/>
          </ac:spMkLst>
        </pc:spChg>
        <pc:spChg chg="mod">
          <ac:chgData name="Thibaud CAMBRONNE" userId="dc436455-6161-4cf8-8210-ab832c8b7b83" providerId="ADAL" clId="{5DB020B2-AC1C-449B-871A-08C027CF852E}" dt="2025-04-15T20:58:40.319" v="4574" actId="20577"/>
          <ac:spMkLst>
            <pc:docMk/>
            <pc:sldMk cId="4114961915" sldId="674"/>
            <ac:spMk id="33" creationId="{4D15C80B-6BED-B0CC-F8C9-1493CE15DEE8}"/>
          </ac:spMkLst>
        </pc:spChg>
        <pc:spChg chg="add mod">
          <ac:chgData name="Thibaud CAMBRONNE" userId="dc436455-6161-4cf8-8210-ab832c8b7b83" providerId="ADAL" clId="{5DB020B2-AC1C-449B-871A-08C027CF852E}" dt="2025-04-16T22:02:24.284" v="10113" actId="408"/>
          <ac:spMkLst>
            <pc:docMk/>
            <pc:sldMk cId="4114961915" sldId="674"/>
            <ac:spMk id="34" creationId="{D3A880DF-6E10-804F-7AD6-4AB9AAA80456}"/>
          </ac:spMkLst>
        </pc:spChg>
        <pc:spChg chg="add del mod">
          <ac:chgData name="Thibaud CAMBRONNE" userId="dc436455-6161-4cf8-8210-ab832c8b7b83" providerId="ADAL" clId="{5DB020B2-AC1C-449B-871A-08C027CF852E}" dt="2025-04-16T21:59:26.779" v="9877" actId="478"/>
          <ac:spMkLst>
            <pc:docMk/>
            <pc:sldMk cId="4114961915" sldId="674"/>
            <ac:spMk id="35" creationId="{D00ABD54-C1FB-F44B-C557-34E530730655}"/>
          </ac:spMkLst>
        </pc:spChg>
        <pc:spChg chg="mod">
          <ac:chgData name="Thibaud CAMBRONNE" userId="dc436455-6161-4cf8-8210-ab832c8b7b83" providerId="ADAL" clId="{5DB020B2-AC1C-449B-871A-08C027CF852E}" dt="2025-04-15T22:13:28.561" v="4889" actId="14100"/>
          <ac:spMkLst>
            <pc:docMk/>
            <pc:sldMk cId="4114961915" sldId="674"/>
            <ac:spMk id="38" creationId="{6367F9EA-57B9-94D8-17A4-13C0E67A70D2}"/>
          </ac:spMkLst>
        </pc:spChg>
        <pc:spChg chg="mod">
          <ac:chgData name="Thibaud CAMBRONNE" userId="dc436455-6161-4cf8-8210-ab832c8b7b83" providerId="ADAL" clId="{5DB020B2-AC1C-449B-871A-08C027CF852E}" dt="2025-04-16T21:08:01.713" v="9234" actId="20577"/>
          <ac:spMkLst>
            <pc:docMk/>
            <pc:sldMk cId="4114961915" sldId="674"/>
            <ac:spMk id="40" creationId="{AF5CA3C1-CC6C-40F7-E484-72D0A9A8FE76}"/>
          </ac:spMkLst>
        </pc:spChg>
        <pc:spChg chg="add mod">
          <ac:chgData name="Thibaud CAMBRONNE" userId="dc436455-6161-4cf8-8210-ab832c8b7b83" providerId="ADAL" clId="{5DB020B2-AC1C-449B-871A-08C027CF852E}" dt="2025-04-15T21:28:56.350" v="4858" actId="1036"/>
          <ac:spMkLst>
            <pc:docMk/>
            <pc:sldMk cId="4114961915" sldId="674"/>
            <ac:spMk id="44" creationId="{9C74F27A-8770-49CD-3576-167DE4125C09}"/>
          </ac:spMkLst>
        </pc:spChg>
        <pc:spChg chg="mod">
          <ac:chgData name="Thibaud CAMBRONNE" userId="dc436455-6161-4cf8-8210-ab832c8b7b83" providerId="ADAL" clId="{5DB020B2-AC1C-449B-871A-08C027CF852E}" dt="2025-04-15T22:16:48.522" v="5000" actId="20577"/>
          <ac:spMkLst>
            <pc:docMk/>
            <pc:sldMk cId="4114961915" sldId="674"/>
            <ac:spMk id="56" creationId="{2981A480-436E-DBFF-A215-5BB8303684FC}"/>
          </ac:spMkLst>
        </pc:spChg>
        <pc:spChg chg="mod">
          <ac:chgData name="Thibaud CAMBRONNE" userId="dc436455-6161-4cf8-8210-ab832c8b7b83" providerId="ADAL" clId="{5DB020B2-AC1C-449B-871A-08C027CF852E}" dt="2025-04-15T22:16:32.988" v="4974" actId="20577"/>
          <ac:spMkLst>
            <pc:docMk/>
            <pc:sldMk cId="4114961915" sldId="674"/>
            <ac:spMk id="59" creationId="{FD0FD019-C71A-53DE-4D3A-0722C15C64E2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61" creationId="{C9979FCA-65A8-CC43-4397-41D838BF18F7}"/>
          </ac:spMkLst>
        </pc:spChg>
        <pc:spChg chg="add mod">
          <ac:chgData name="Thibaud CAMBRONNE" userId="dc436455-6161-4cf8-8210-ab832c8b7b83" providerId="ADAL" clId="{5DB020B2-AC1C-449B-871A-08C027CF852E}" dt="2025-04-16T22:02:42.085" v="10117" actId="404"/>
          <ac:spMkLst>
            <pc:docMk/>
            <pc:sldMk cId="4114961915" sldId="674"/>
            <ac:spMk id="62" creationId="{DEBA062C-F7E7-3EC2-A529-55A4A157CA52}"/>
          </ac:spMkLst>
        </pc:spChg>
        <pc:spChg chg="add del mod">
          <ac:chgData name="Thibaud CAMBRONNE" userId="dc436455-6161-4cf8-8210-ab832c8b7b83" providerId="ADAL" clId="{5DB020B2-AC1C-449B-871A-08C027CF852E}" dt="2025-04-15T22:35:47.475" v="5497" actId="478"/>
          <ac:spMkLst>
            <pc:docMk/>
            <pc:sldMk cId="4114961915" sldId="674"/>
            <ac:spMk id="63" creationId="{D63F7CD5-492D-A434-24BD-0F283E7C864D}"/>
          </ac:spMkLst>
        </pc:spChg>
        <pc:spChg chg="add mod">
          <ac:chgData name="Thibaud CAMBRONNE" userId="dc436455-6161-4cf8-8210-ab832c8b7b83" providerId="ADAL" clId="{5DB020B2-AC1C-449B-871A-08C027CF852E}" dt="2025-04-16T22:02:48.901" v="10119" actId="1076"/>
          <ac:spMkLst>
            <pc:docMk/>
            <pc:sldMk cId="4114961915" sldId="674"/>
            <ac:spMk id="64" creationId="{EA4B6C00-FDC6-D03C-0164-5821CF61C71B}"/>
          </ac:spMkLst>
        </pc:spChg>
        <pc:spChg chg="add mod">
          <ac:chgData name="Thibaud CAMBRONNE" userId="dc436455-6161-4cf8-8210-ab832c8b7b83" providerId="ADAL" clId="{5DB020B2-AC1C-449B-871A-08C027CF852E}" dt="2025-04-16T22:00:35.084" v="9986" actId="20577"/>
          <ac:spMkLst>
            <pc:docMk/>
            <pc:sldMk cId="4114961915" sldId="674"/>
            <ac:spMk id="65" creationId="{0EE9CB31-5E47-AABD-E6EF-BC145ABFF08A}"/>
          </ac:spMkLst>
        </pc:spChg>
        <pc:spChg chg="add mod">
          <ac:chgData name="Thibaud CAMBRONNE" userId="dc436455-6161-4cf8-8210-ab832c8b7b83" providerId="ADAL" clId="{5DB020B2-AC1C-449B-871A-08C027CF852E}" dt="2025-04-16T21:14:20.595" v="9290" actId="20577"/>
          <ac:spMkLst>
            <pc:docMk/>
            <pc:sldMk cId="4114961915" sldId="674"/>
            <ac:spMk id="66" creationId="{3383B667-21F2-44C1-0E77-2656AF0F6BA0}"/>
          </ac:spMkLst>
        </pc:spChg>
        <pc:spChg chg="add mod">
          <ac:chgData name="Thibaud CAMBRONNE" userId="dc436455-6161-4cf8-8210-ab832c8b7b83" providerId="ADAL" clId="{5DB020B2-AC1C-449B-871A-08C027CF852E}" dt="2025-04-16T22:02:26.029" v="10114" actId="465"/>
          <ac:spMkLst>
            <pc:docMk/>
            <pc:sldMk cId="4114961915" sldId="674"/>
            <ac:spMk id="67" creationId="{6728B1F1-81B3-F5A0-78F5-58D0A183A930}"/>
          </ac:spMkLst>
        </pc:spChg>
        <pc:spChg chg="add mod">
          <ac:chgData name="Thibaud CAMBRONNE" userId="dc436455-6161-4cf8-8210-ab832c8b7b83" providerId="ADAL" clId="{5DB020B2-AC1C-449B-871A-08C027CF852E}" dt="2025-04-16T22:03:32.313" v="10122" actId="20577"/>
          <ac:spMkLst>
            <pc:docMk/>
            <pc:sldMk cId="4114961915" sldId="674"/>
            <ac:spMk id="68" creationId="{15DC0C49-0894-782D-B582-0D4A85E1DFC3}"/>
          </ac:spMkLst>
        </pc:spChg>
        <pc:spChg chg="add mod">
          <ac:chgData name="Thibaud CAMBRONNE" userId="dc436455-6161-4cf8-8210-ab832c8b7b83" providerId="ADAL" clId="{5DB020B2-AC1C-449B-871A-08C027CF852E}" dt="2025-04-16T22:02:08.896" v="10106" actId="12788"/>
          <ac:spMkLst>
            <pc:docMk/>
            <pc:sldMk cId="4114961915" sldId="674"/>
            <ac:spMk id="69" creationId="{D8EBD4A7-20FC-322F-27D4-73594F11ACB1}"/>
          </ac:spMkLst>
        </pc:spChg>
        <pc:grpChg chg="add del mod">
          <ac:chgData name="Thibaud CAMBRONNE" userId="dc436455-6161-4cf8-8210-ab832c8b7b83" providerId="ADAL" clId="{5DB020B2-AC1C-449B-871A-08C027CF852E}" dt="2025-04-16T21:57:51.667" v="9779" actId="478"/>
          <ac:grpSpMkLst>
            <pc:docMk/>
            <pc:sldMk cId="4114961915" sldId="674"/>
            <ac:grpSpMk id="29" creationId="{17049C36-9A25-9ED1-5DD1-B66955AEC04A}"/>
          </ac:grpSpMkLst>
        </pc:grpChg>
        <pc:grpChg chg="add del mod">
          <ac:chgData name="Thibaud CAMBRONNE" userId="dc436455-6161-4cf8-8210-ab832c8b7b83" providerId="ADAL" clId="{5DB020B2-AC1C-449B-871A-08C027CF852E}" dt="2025-04-16T21:58:00.617" v="9780" actId="478"/>
          <ac:grpSpMkLst>
            <pc:docMk/>
            <pc:sldMk cId="4114961915" sldId="674"/>
            <ac:grpSpMk id="30" creationId="{F7ABDAFF-3DDF-D83F-E32A-C16A42211474}"/>
          </ac:grpSpMkLst>
        </pc:grpChg>
        <pc:grpChg chg="add del mod">
          <ac:chgData name="Thibaud CAMBRONNE" userId="dc436455-6161-4cf8-8210-ab832c8b7b83" providerId="ADAL" clId="{5DB020B2-AC1C-449B-871A-08C027CF852E}" dt="2025-04-16T21:58:00.617" v="9780" actId="478"/>
          <ac:grpSpMkLst>
            <pc:docMk/>
            <pc:sldMk cId="4114961915" sldId="674"/>
            <ac:grpSpMk id="37" creationId="{E887BD52-B3B7-7865-D541-8BCFF58B9240}"/>
          </ac:grpSpMkLst>
        </pc:grpChg>
        <pc:grpChg chg="add del mod">
          <ac:chgData name="Thibaud CAMBRONNE" userId="dc436455-6161-4cf8-8210-ab832c8b7b83" providerId="ADAL" clId="{5DB020B2-AC1C-449B-871A-08C027CF852E}" dt="2025-04-16T21:58:07.216" v="9785" actId="478"/>
          <ac:grpSpMkLst>
            <pc:docMk/>
            <pc:sldMk cId="4114961915" sldId="674"/>
            <ac:grpSpMk id="52" creationId="{290A19AF-E226-A2B3-D043-16B7835F38FD}"/>
          </ac:grpSpMkLst>
        </pc:grpChg>
        <pc:grpChg chg="add del mod">
          <ac:chgData name="Thibaud CAMBRONNE" userId="dc436455-6161-4cf8-8210-ab832c8b7b83" providerId="ADAL" clId="{5DB020B2-AC1C-449B-871A-08C027CF852E}" dt="2025-04-16T21:58:05.785" v="9783" actId="478"/>
          <ac:grpSpMkLst>
            <pc:docMk/>
            <pc:sldMk cId="4114961915" sldId="674"/>
            <ac:grpSpMk id="53" creationId="{245D445A-3404-846F-D440-7302268209D6}"/>
          </ac:grpSpMkLst>
        </pc:grpChg>
        <pc:grpChg chg="add del mod">
          <ac:chgData name="Thibaud CAMBRONNE" userId="dc436455-6161-4cf8-8210-ab832c8b7b83" providerId="ADAL" clId="{5DB020B2-AC1C-449B-871A-08C027CF852E}" dt="2025-04-16T21:58:04.955" v="9782" actId="478"/>
          <ac:grpSpMkLst>
            <pc:docMk/>
            <pc:sldMk cId="4114961915" sldId="674"/>
            <ac:grpSpMk id="54" creationId="{488C21D0-B6A0-659F-D225-7B3395B89697}"/>
          </ac:grpSpMkLst>
        </pc:grpChg>
        <pc:grpChg chg="add del mod">
          <ac:chgData name="Thibaud CAMBRONNE" userId="dc436455-6161-4cf8-8210-ab832c8b7b83" providerId="ADAL" clId="{5DB020B2-AC1C-449B-871A-08C027CF852E}" dt="2025-04-16T21:58:04.955" v="9782" actId="478"/>
          <ac:grpSpMkLst>
            <pc:docMk/>
            <pc:sldMk cId="4114961915" sldId="674"/>
            <ac:grpSpMk id="55" creationId="{FFCA5F25-B370-842D-1057-258154712E3A}"/>
          </ac:grpSpMkLst>
        </pc:grpChg>
        <pc:grpChg chg="add del mod">
          <ac:chgData name="Thibaud CAMBRONNE" userId="dc436455-6161-4cf8-8210-ab832c8b7b83" providerId="ADAL" clId="{5DB020B2-AC1C-449B-871A-08C027CF852E}" dt="2025-04-16T21:58:08.413" v="9786" actId="478"/>
          <ac:grpSpMkLst>
            <pc:docMk/>
            <pc:sldMk cId="4114961915" sldId="674"/>
            <ac:grpSpMk id="58" creationId="{B9288263-886A-94FB-464E-1C08FE558694}"/>
          </ac:grpSpMkLst>
        </pc:grpChg>
        <pc:graphicFrameChg chg="add del mod">
          <ac:chgData name="Thibaud CAMBRONNE" userId="dc436455-6161-4cf8-8210-ab832c8b7b83" providerId="ADAL" clId="{5DB020B2-AC1C-449B-871A-08C027CF852E}" dt="2025-04-16T21:58:03.027" v="9781" actId="478"/>
          <ac:graphicFrameMkLst>
            <pc:docMk/>
            <pc:sldMk cId="4114961915" sldId="674"/>
            <ac:graphicFrameMk id="4" creationId="{9F7E5C09-506C-98D6-F802-77D37CBEDB10}"/>
          </ac:graphicFrameMkLst>
        </pc:graphicFrameChg>
        <pc:graphicFrameChg chg="add del mod modGraphic">
          <ac:chgData name="Thibaud CAMBRONNE" userId="dc436455-6161-4cf8-8210-ab832c8b7b83" providerId="ADAL" clId="{5DB020B2-AC1C-449B-871A-08C027CF852E}" dt="2025-04-15T01:53:11.733" v="2780" actId="478"/>
          <ac:graphicFrameMkLst>
            <pc:docMk/>
            <pc:sldMk cId="4114961915" sldId="674"/>
            <ac:graphicFrameMk id="5" creationId="{105D94BC-0D73-5918-0F08-FEA619D91E9A}"/>
          </ac:graphicFrameMkLst>
        </pc:graphicFrameChg>
        <pc:graphicFrameChg chg="add del mod">
          <ac:chgData name="Thibaud CAMBRONNE" userId="dc436455-6161-4cf8-8210-ab832c8b7b83" providerId="ADAL" clId="{5DB020B2-AC1C-449B-871A-08C027CF852E}" dt="2025-04-15T18:59:48.170" v="3873" actId="478"/>
          <ac:graphicFrameMkLst>
            <pc:docMk/>
            <pc:sldMk cId="4114961915" sldId="674"/>
            <ac:graphicFrameMk id="20" creationId="{8FD2AE60-95FF-0918-86F5-17D5D2EA395B}"/>
          </ac:graphicFrameMkLst>
        </pc:graphicFrameChg>
        <pc:graphicFrameChg chg="add del mod">
          <ac:chgData name="Thibaud CAMBRONNE" userId="dc436455-6161-4cf8-8210-ab832c8b7b83" providerId="ADAL" clId="{5DB020B2-AC1C-449B-871A-08C027CF852E}" dt="2025-04-16T21:57:17.536" v="9778" actId="478"/>
          <ac:graphicFrameMkLst>
            <pc:docMk/>
            <pc:sldMk cId="4114961915" sldId="674"/>
            <ac:graphicFrameMk id="21" creationId="{8003CFEA-9F31-0CA6-A75D-B5309A51F0EA}"/>
          </ac:graphicFrameMkLst>
        </pc:graphicFrameChg>
        <pc:graphicFrameChg chg="add del mod">
          <ac:chgData name="Thibaud CAMBRONNE" userId="dc436455-6161-4cf8-8210-ab832c8b7b83" providerId="ADAL" clId="{5DB020B2-AC1C-449B-871A-08C027CF852E}" dt="2025-04-16T21:58:00.617" v="9780" actId="478"/>
          <ac:graphicFrameMkLst>
            <pc:docMk/>
            <pc:sldMk cId="4114961915" sldId="674"/>
            <ac:graphicFrameMk id="36" creationId="{84347D66-F2E8-84F1-C74B-EF82B257662C}"/>
          </ac:graphicFrameMkLst>
        </pc:graphicFrameChg>
        <pc:cxnChg chg="add mod">
          <ac:chgData name="Thibaud CAMBRONNE" userId="dc436455-6161-4cf8-8210-ab832c8b7b83" providerId="ADAL" clId="{5DB020B2-AC1C-449B-871A-08C027CF852E}" dt="2025-04-16T21:58:07.216" v="9785" actId="478"/>
          <ac:cxnSpMkLst>
            <pc:docMk/>
            <pc:sldMk cId="4114961915" sldId="674"/>
            <ac:cxnSpMk id="10" creationId="{E77AA97B-576C-1B56-9A38-2DFF6AC1C45B}"/>
          </ac:cxnSpMkLst>
        </pc:cxnChg>
        <pc:cxnChg chg="add mod">
          <ac:chgData name="Thibaud CAMBRONNE" userId="dc436455-6161-4cf8-8210-ab832c8b7b83" providerId="ADAL" clId="{5DB020B2-AC1C-449B-871A-08C027CF852E}" dt="2025-04-15T22:15:28.407" v="4921" actId="164"/>
          <ac:cxnSpMkLst>
            <pc:docMk/>
            <pc:sldMk cId="4114961915" sldId="674"/>
            <ac:cxnSpMk id="12" creationId="{F3D49A29-B848-6B04-D4A4-DEB2BD0E0A2E}"/>
          </ac:cxnSpMkLst>
        </pc:cxnChg>
        <pc:cxnChg chg="add del mod">
          <ac:chgData name="Thibaud CAMBRONNE" userId="dc436455-6161-4cf8-8210-ab832c8b7b83" providerId="ADAL" clId="{5DB020B2-AC1C-449B-871A-08C027CF852E}" dt="2025-04-15T20:49:41.603" v="4358" actId="478"/>
          <ac:cxnSpMkLst>
            <pc:docMk/>
            <pc:sldMk cId="4114961915" sldId="674"/>
            <ac:cxnSpMk id="18" creationId="{23113CBB-18DE-E08D-D68F-7713E8DD36F1}"/>
          </ac:cxnSpMkLst>
        </pc:cxnChg>
        <pc:cxnChg chg="add mod">
          <ac:chgData name="Thibaud CAMBRONNE" userId="dc436455-6161-4cf8-8210-ab832c8b7b83" providerId="ADAL" clId="{5DB020B2-AC1C-449B-871A-08C027CF852E}" dt="2025-04-16T21:58:05.785" v="9783" actId="478"/>
          <ac:cxnSpMkLst>
            <pc:docMk/>
            <pc:sldMk cId="4114961915" sldId="674"/>
            <ac:cxnSpMk id="23" creationId="{47D44DF9-4CF5-7E29-57DE-A7C2C8678669}"/>
          </ac:cxnSpMkLst>
        </pc:cxnChg>
        <pc:cxnChg chg="add mod">
          <ac:chgData name="Thibaud CAMBRONNE" userId="dc436455-6161-4cf8-8210-ab832c8b7b83" providerId="ADAL" clId="{5DB020B2-AC1C-449B-871A-08C027CF852E}" dt="2025-04-15T20:58:15.287" v="4557" actId="164"/>
          <ac:cxnSpMkLst>
            <pc:docMk/>
            <pc:sldMk cId="4114961915" sldId="674"/>
            <ac:cxnSpMk id="26" creationId="{F8A6625B-3386-9DB3-BEC2-12584B6C083A}"/>
          </ac:cxnSpMkLst>
        </pc:cxnChg>
        <pc:cxnChg chg="mod">
          <ac:chgData name="Thibaud CAMBRONNE" userId="dc436455-6161-4cf8-8210-ab832c8b7b83" providerId="ADAL" clId="{5DB020B2-AC1C-449B-871A-08C027CF852E}" dt="2025-04-15T20:58:26.198" v="4558" actId="571"/>
          <ac:cxnSpMkLst>
            <pc:docMk/>
            <pc:sldMk cId="4114961915" sldId="674"/>
            <ac:cxnSpMk id="32" creationId="{165C4E65-9F28-42CE-FFC8-57DD411C0807}"/>
          </ac:cxnSpMkLst>
        </pc:cxnChg>
        <pc:cxnChg chg="mod">
          <ac:chgData name="Thibaud CAMBRONNE" userId="dc436455-6161-4cf8-8210-ab832c8b7b83" providerId="ADAL" clId="{5DB020B2-AC1C-449B-871A-08C027CF852E}" dt="2025-04-16T21:58:00.617" v="9780" actId="478"/>
          <ac:cxnSpMkLst>
            <pc:docMk/>
            <pc:sldMk cId="4114961915" sldId="674"/>
            <ac:cxnSpMk id="39" creationId="{DE637E31-C3FE-193E-8018-B518CE0B7EE8}"/>
          </ac:cxnSpMkLst>
        </pc:cxnChg>
        <pc:cxnChg chg="add mod">
          <ac:chgData name="Thibaud CAMBRONNE" userId="dc436455-6161-4cf8-8210-ab832c8b7b83" providerId="ADAL" clId="{5DB020B2-AC1C-449B-871A-08C027CF852E}" dt="2025-04-15T21:29:37.848" v="4883" actId="14100"/>
          <ac:cxnSpMkLst>
            <pc:docMk/>
            <pc:sldMk cId="4114961915" sldId="674"/>
            <ac:cxnSpMk id="42" creationId="{D3010E9D-4779-DC78-0BCF-EC54892A148C}"/>
          </ac:cxnSpMkLst>
        </pc:cxnChg>
        <pc:cxnChg chg="mod">
          <ac:chgData name="Thibaud CAMBRONNE" userId="dc436455-6161-4cf8-8210-ab832c8b7b83" providerId="ADAL" clId="{5DB020B2-AC1C-449B-871A-08C027CF852E}" dt="2025-04-15T22:16:09.206" v="4944" actId="571"/>
          <ac:cxnSpMkLst>
            <pc:docMk/>
            <pc:sldMk cId="4114961915" sldId="674"/>
            <ac:cxnSpMk id="57" creationId="{18E89D29-C88A-2835-3AF2-3D8A7060CFB7}"/>
          </ac:cxnSpMkLst>
        </pc:cxnChg>
        <pc:cxnChg chg="mod">
          <ac:chgData name="Thibaud CAMBRONNE" userId="dc436455-6161-4cf8-8210-ab832c8b7b83" providerId="ADAL" clId="{5DB020B2-AC1C-449B-871A-08C027CF852E}" dt="2025-04-16T21:58:08.413" v="9786" actId="478"/>
          <ac:cxnSpMkLst>
            <pc:docMk/>
            <pc:sldMk cId="4114961915" sldId="674"/>
            <ac:cxnSpMk id="60" creationId="{472191FC-C55E-4E76-8F1F-F1B24E4D0843}"/>
          </ac:cxnSpMkLst>
        </pc:cxn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14171340" sldId="675"/>
        </pc:sldMkLst>
      </pc:sldChg>
      <pc:sldChg chg="addSp delSp modSp add mod">
        <pc:chgData name="Thibaud CAMBRONNE" userId="dc436455-6161-4cf8-8210-ab832c8b7b83" providerId="ADAL" clId="{5DB020B2-AC1C-449B-871A-08C027CF852E}" dt="2025-04-15T23:34:30.137" v="6357" actId="20577"/>
        <pc:sldMkLst>
          <pc:docMk/>
          <pc:sldMk cId="2593706414" sldId="675"/>
        </pc:sldMkLst>
        <pc:spChg chg="mod">
          <ac:chgData name="Thibaud CAMBRONNE" userId="dc436455-6161-4cf8-8210-ab832c8b7b83" providerId="ADAL" clId="{5DB020B2-AC1C-449B-871A-08C027CF852E}" dt="2025-04-14T23:38:58.842" v="1639" actId="20577"/>
          <ac:spMkLst>
            <pc:docMk/>
            <pc:sldMk cId="2593706414" sldId="675"/>
            <ac:spMk id="8" creationId="{8FEFE421-F39D-9093-BB8A-337C2379ED2E}"/>
          </ac:spMkLst>
        </pc:spChg>
        <pc:spChg chg="mod topLvl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0" creationId="{F3712196-DA04-BCA8-A806-563F9830A607}"/>
          </ac:spMkLst>
        </pc:spChg>
        <pc:spChg chg="mod topLvl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1" creationId="{04CAD1F1-7466-B73C-5B29-E774B31BBD3B}"/>
          </ac:spMkLst>
        </pc:spChg>
        <pc:spChg chg="add mod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3" creationId="{16DB6B8A-DECB-AE30-A6B0-9B868361C3F1}"/>
          </ac:spMkLst>
        </pc:spChg>
        <pc:spChg chg="add mod ord">
          <ac:chgData name="Thibaud CAMBRONNE" userId="dc436455-6161-4cf8-8210-ab832c8b7b83" providerId="ADAL" clId="{5DB020B2-AC1C-449B-871A-08C027CF852E}" dt="2025-04-14T23:41:51.853" v="1657" actId="167"/>
          <ac:spMkLst>
            <pc:docMk/>
            <pc:sldMk cId="2593706414" sldId="675"/>
            <ac:spMk id="15" creationId="{D515A5D8-F103-7D2B-94B6-6D376708EBAF}"/>
          </ac:spMkLst>
        </pc:spChg>
        <pc:grpChg chg="add mod">
          <ac:chgData name="Thibaud CAMBRONNE" userId="dc436455-6161-4cf8-8210-ab832c8b7b83" providerId="ADAL" clId="{5DB020B2-AC1C-449B-871A-08C027CF852E}" dt="2025-04-15T18:22:59.729" v="2950" actId="1035"/>
          <ac:grpSpMkLst>
            <pc:docMk/>
            <pc:sldMk cId="2593706414" sldId="675"/>
            <ac:grpSpMk id="14" creationId="{78E25CE6-FB28-6950-18AA-6BD499B0E280}"/>
          </ac:grpSpMkLst>
        </pc:grpChg>
        <pc:graphicFrameChg chg="mod modGraphic">
          <ac:chgData name="Thibaud CAMBRONNE" userId="dc436455-6161-4cf8-8210-ab832c8b7b83" providerId="ADAL" clId="{5DB020B2-AC1C-449B-871A-08C027CF852E}" dt="2025-04-15T23:34:30.137" v="6357" actId="20577"/>
          <ac:graphicFrameMkLst>
            <pc:docMk/>
            <pc:sldMk cId="2593706414" sldId="675"/>
            <ac:graphicFrameMk id="5" creationId="{E8655EED-195D-AA31-E9B9-550B47BE9F1F}"/>
          </ac:graphicFrameMkLst>
        </pc:graphicFrameChg>
      </pc:sldChg>
      <pc:sldChg chg="addSp delSp modSp add mod">
        <pc:chgData name="Thibaud CAMBRONNE" userId="dc436455-6161-4cf8-8210-ab832c8b7b83" providerId="ADAL" clId="{5DB020B2-AC1C-449B-871A-08C027CF852E}" dt="2025-04-16T23:29:03.665" v="10582" actId="20577"/>
        <pc:sldMkLst>
          <pc:docMk/>
          <pc:sldMk cId="3753637414" sldId="676"/>
        </pc:sldMkLst>
        <pc:spChg chg="add mod">
          <ac:chgData name="Thibaud CAMBRONNE" userId="dc436455-6161-4cf8-8210-ab832c8b7b83" providerId="ADAL" clId="{5DB020B2-AC1C-449B-871A-08C027CF852E}" dt="2025-04-16T23:29:03.665" v="10582" actId="20577"/>
          <ac:spMkLst>
            <pc:docMk/>
            <pc:sldMk cId="3753637414" sldId="676"/>
            <ac:spMk id="4" creationId="{95FA395B-9665-D876-D84E-766D63EEF86B}"/>
          </ac:spMkLst>
        </pc:spChg>
        <pc:spChg chg="mod">
          <ac:chgData name="Thibaud CAMBRONNE" userId="dc436455-6161-4cf8-8210-ab832c8b7b83" providerId="ADAL" clId="{5DB020B2-AC1C-449B-871A-08C027CF852E}" dt="2025-04-15T18:42:07.003" v="3163" actId="20577"/>
          <ac:spMkLst>
            <pc:docMk/>
            <pc:sldMk cId="3753637414" sldId="676"/>
            <ac:spMk id="8" creationId="{05DFEE18-53F7-CB60-F2C8-2A8CEFB83F37}"/>
          </ac:spMkLst>
        </pc:spChg>
        <pc:spChg chg="mod">
          <ac:chgData name="Thibaud CAMBRONNE" userId="dc436455-6161-4cf8-8210-ab832c8b7b83" providerId="ADAL" clId="{5DB020B2-AC1C-449B-871A-08C027CF852E}" dt="2025-04-16T23:25:58.063" v="10162" actId="20577"/>
          <ac:spMkLst>
            <pc:docMk/>
            <pc:sldMk cId="3753637414" sldId="676"/>
            <ac:spMk id="10" creationId="{8631945D-B3A6-D637-2FD0-4648DEBEBDDD}"/>
          </ac:spMkLst>
        </pc:spChg>
        <pc:spChg chg="del">
          <ac:chgData name="Thibaud CAMBRONNE" userId="dc436455-6161-4cf8-8210-ab832c8b7b83" providerId="ADAL" clId="{5DB020B2-AC1C-449B-871A-08C027CF852E}" dt="2025-04-16T23:24:25.600" v="10123" actId="478"/>
          <ac:spMkLst>
            <pc:docMk/>
            <pc:sldMk cId="3753637414" sldId="676"/>
            <ac:spMk id="13" creationId="{5C67051A-0C05-7F51-5667-A3D46511A582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05006797" sldId="676"/>
        </pc:sldMkLst>
      </pc:sldChg>
      <pc:sldChg chg="addSp delSp modSp new mod modAnim">
        <pc:chgData name="Thibaud CAMBRONNE" userId="dc436455-6161-4cf8-8210-ab832c8b7b83" providerId="ADAL" clId="{5DB020B2-AC1C-449B-871A-08C027CF852E}" dt="2025-04-16T19:25:41.063" v="8961" actId="20577"/>
        <pc:sldMkLst>
          <pc:docMk/>
          <pc:sldMk cId="3907692729" sldId="677"/>
        </pc:sldMkLst>
        <pc:spChg chg="mod">
          <ac:chgData name="Thibaud CAMBRONNE" userId="dc436455-6161-4cf8-8210-ab832c8b7b83" providerId="ADAL" clId="{5DB020B2-AC1C-449B-871A-08C027CF852E}" dt="2025-04-15T18:41:42.765" v="3155" actId="20577"/>
          <ac:spMkLst>
            <pc:docMk/>
            <pc:sldMk cId="3907692729" sldId="677"/>
            <ac:spMk id="4" creationId="{4363F304-3297-A269-5B5C-5A29C281F36D}"/>
          </ac:spMkLst>
        </pc:spChg>
        <pc:spChg chg="del mod">
          <ac:chgData name="Thibaud CAMBRONNE" userId="dc436455-6161-4cf8-8210-ab832c8b7b83" providerId="ADAL" clId="{5DB020B2-AC1C-449B-871A-08C027CF852E}" dt="2025-04-16T16:55:04.829" v="7027" actId="478"/>
          <ac:spMkLst>
            <pc:docMk/>
            <pc:sldMk cId="3907692729" sldId="677"/>
            <ac:spMk id="5" creationId="{D567906A-93E7-8D98-FFE5-92FA5226B015}"/>
          </ac:spMkLst>
        </pc:spChg>
        <pc:spChg chg="add mod">
          <ac:chgData name="Thibaud CAMBRONNE" userId="dc436455-6161-4cf8-8210-ab832c8b7b83" providerId="ADAL" clId="{5DB020B2-AC1C-449B-871A-08C027CF852E}" dt="2025-04-15T23:32:05.252" v="6243" actId="1076"/>
          <ac:spMkLst>
            <pc:docMk/>
            <pc:sldMk cId="3907692729" sldId="677"/>
            <ac:spMk id="6" creationId="{846991E7-CAEE-1DD3-B638-1D80A0B30ED5}"/>
          </ac:spMkLst>
        </pc:spChg>
        <pc:spChg chg="add mod">
          <ac:chgData name="Thibaud CAMBRONNE" userId="dc436455-6161-4cf8-8210-ab832c8b7b83" providerId="ADAL" clId="{5DB020B2-AC1C-449B-871A-08C027CF852E}" dt="2025-04-16T17:56:13.125" v="8298" actId="14100"/>
          <ac:spMkLst>
            <pc:docMk/>
            <pc:sldMk cId="3907692729" sldId="677"/>
            <ac:spMk id="7" creationId="{4997175A-4EB3-23A7-28D3-9D456FAE98EA}"/>
          </ac:spMkLst>
        </pc:spChg>
        <pc:spChg chg="add mod">
          <ac:chgData name="Thibaud CAMBRONNE" userId="dc436455-6161-4cf8-8210-ab832c8b7b83" providerId="ADAL" clId="{5DB020B2-AC1C-449B-871A-08C027CF852E}" dt="2025-04-16T17:56:29.611" v="8302" actId="207"/>
          <ac:spMkLst>
            <pc:docMk/>
            <pc:sldMk cId="3907692729" sldId="677"/>
            <ac:spMk id="8" creationId="{6F76CA66-0BB1-CF81-C221-C28FAAE3416A}"/>
          </ac:spMkLst>
        </pc:spChg>
        <pc:spChg chg="add mod">
          <ac:chgData name="Thibaud CAMBRONNE" userId="dc436455-6161-4cf8-8210-ab832c8b7b83" providerId="ADAL" clId="{5DB020B2-AC1C-449B-871A-08C027CF852E}" dt="2025-04-16T17:57:00.294" v="8306" actId="207"/>
          <ac:spMkLst>
            <pc:docMk/>
            <pc:sldMk cId="3907692729" sldId="677"/>
            <ac:spMk id="9" creationId="{83579EE5-92DF-350C-D702-3C8831F08F4F}"/>
          </ac:spMkLst>
        </pc:spChg>
        <pc:spChg chg="add mod">
          <ac:chgData name="Thibaud CAMBRONNE" userId="dc436455-6161-4cf8-8210-ab832c8b7b83" providerId="ADAL" clId="{5DB020B2-AC1C-449B-871A-08C027CF852E}" dt="2025-04-16T18:11:03.897" v="8897" actId="20577"/>
          <ac:spMkLst>
            <pc:docMk/>
            <pc:sldMk cId="3907692729" sldId="677"/>
            <ac:spMk id="13" creationId="{8BAF4608-1837-72E0-6791-98E76BA5234C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4" creationId="{81A8ABEE-7F90-3546-D471-D7ABBE34B0D1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5" creationId="{1B834EA1-4323-0F56-39B4-557E18F6B7B9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6" creationId="{18A8916B-5BFD-E8E6-90DF-074632DF83A5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7" creationId="{DAC15235-A5DC-AF88-E4D7-6412B2C996CD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18" creationId="{91EA29FB-2E76-B595-D378-2A9C589CC852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19" creationId="{4AF97C38-FC61-750B-790B-CCEF37EFD19A}"/>
          </ac:spMkLst>
        </pc:spChg>
        <pc:spChg chg="add del mod">
          <ac:chgData name="Thibaud CAMBRONNE" userId="dc436455-6161-4cf8-8210-ab832c8b7b83" providerId="ADAL" clId="{5DB020B2-AC1C-449B-871A-08C027CF852E}" dt="2025-04-16T16:55:07.896" v="7028" actId="478"/>
          <ac:spMkLst>
            <pc:docMk/>
            <pc:sldMk cId="3907692729" sldId="677"/>
            <ac:spMk id="21" creationId="{735DE730-1318-E58A-E585-99A52003433A}"/>
          </ac:spMkLst>
        </pc:spChg>
        <pc:spChg chg="add mod">
          <ac:chgData name="Thibaud CAMBRONNE" userId="dc436455-6161-4cf8-8210-ab832c8b7b83" providerId="ADAL" clId="{5DB020B2-AC1C-449B-871A-08C027CF852E}" dt="2025-04-16T18:01:14.141" v="8484" actId="14100"/>
          <ac:spMkLst>
            <pc:docMk/>
            <pc:sldMk cId="3907692729" sldId="677"/>
            <ac:spMk id="22" creationId="{D263B42D-5120-CA8E-7D01-F59C432083E3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23" creationId="{BCB8495D-FD5C-3054-0894-0D572006CEEA}"/>
          </ac:spMkLst>
        </pc:spChg>
        <pc:spChg chg="add mod ord">
          <ac:chgData name="Thibaud CAMBRONNE" userId="dc436455-6161-4cf8-8210-ab832c8b7b83" providerId="ADAL" clId="{5DB020B2-AC1C-449B-871A-08C027CF852E}" dt="2025-04-16T17:09:29.909" v="7590" actId="553"/>
          <ac:spMkLst>
            <pc:docMk/>
            <pc:sldMk cId="3907692729" sldId="677"/>
            <ac:spMk id="24" creationId="{3EEE6AA4-7F66-E8E6-D126-3079250D852F}"/>
          </ac:spMkLst>
        </pc:spChg>
        <pc:spChg chg="add mod or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5" creationId="{0E7EB364-24DB-D796-E5A2-76D4A53DF769}"/>
          </ac:spMkLst>
        </pc:spChg>
        <pc:spChg chg="add mod">
          <ac:chgData name="Thibaud CAMBRONNE" userId="dc436455-6161-4cf8-8210-ab832c8b7b83" providerId="ADAL" clId="{5DB020B2-AC1C-449B-871A-08C027CF852E}" dt="2025-04-16T17:04:58.009" v="7528" actId="571"/>
          <ac:spMkLst>
            <pc:docMk/>
            <pc:sldMk cId="3907692729" sldId="677"/>
            <ac:spMk id="26" creationId="{2CDC4CAA-F636-35B3-DDA8-82E85563FA7F}"/>
          </ac:spMkLst>
        </pc:spChg>
        <pc:spChg chg="add mod or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7" creationId="{3BC0892F-A725-4019-8B89-2E46A576CB41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8" creationId="{B1785ED7-47E9-F1CB-DA28-959A968382B5}"/>
          </ac:spMkLst>
        </pc:spChg>
        <pc:spChg chg="add del mod">
          <ac:chgData name="Thibaud CAMBRONNE" userId="dc436455-6161-4cf8-8210-ab832c8b7b83" providerId="ADAL" clId="{5DB020B2-AC1C-449B-871A-08C027CF852E}" dt="2025-04-16T17:06:13.178" v="7543" actId="478"/>
          <ac:spMkLst>
            <pc:docMk/>
            <pc:sldMk cId="3907692729" sldId="677"/>
            <ac:spMk id="29" creationId="{CDB82FF4-6159-2F2A-11D5-966054E1AAB3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0" creationId="{5252C077-6A9C-AB57-307C-C5373B64A531}"/>
          </ac:spMkLst>
        </pc:spChg>
        <pc:spChg chg="add del mod">
          <ac:chgData name="Thibaud CAMBRONNE" userId="dc436455-6161-4cf8-8210-ab832c8b7b83" providerId="ADAL" clId="{5DB020B2-AC1C-449B-871A-08C027CF852E}" dt="2025-04-16T17:55:32.694" v="8295" actId="478"/>
          <ac:spMkLst>
            <pc:docMk/>
            <pc:sldMk cId="3907692729" sldId="677"/>
            <ac:spMk id="31" creationId="{4F8933B1-7ECB-F056-D9C2-A7E38D593B99}"/>
          </ac:spMkLst>
        </pc:spChg>
        <pc:spChg chg="add del mod">
          <ac:chgData name="Thibaud CAMBRONNE" userId="dc436455-6161-4cf8-8210-ab832c8b7b83" providerId="ADAL" clId="{5DB020B2-AC1C-449B-871A-08C027CF852E}" dt="2025-04-16T17:55:34.422" v="8296" actId="478"/>
          <ac:spMkLst>
            <pc:docMk/>
            <pc:sldMk cId="3907692729" sldId="677"/>
            <ac:spMk id="32" creationId="{6BA8A451-A1D8-D896-D0C0-CFCA4BC0C0F2}"/>
          </ac:spMkLst>
        </pc:spChg>
        <pc:spChg chg="add mod">
          <ac:chgData name="Thibaud CAMBRONNE" userId="dc436455-6161-4cf8-8210-ab832c8b7b83" providerId="ADAL" clId="{5DB020B2-AC1C-449B-871A-08C027CF852E}" dt="2025-04-16T17:11:42.461" v="7657" actId="242"/>
          <ac:spMkLst>
            <pc:docMk/>
            <pc:sldMk cId="3907692729" sldId="677"/>
            <ac:spMk id="33" creationId="{A7ABA4A2-8FB4-5984-2E4D-A51494279CCB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4" creationId="{80184E89-41C4-429B-743E-22F43F7929A8}"/>
          </ac:spMkLst>
        </pc:spChg>
        <pc:spChg chg="add mod">
          <ac:chgData name="Thibaud CAMBRONNE" userId="dc436455-6161-4cf8-8210-ab832c8b7b83" providerId="ADAL" clId="{5DB020B2-AC1C-449B-871A-08C027CF852E}" dt="2025-04-16T17:11:48.221" v="7660" actId="571"/>
          <ac:spMkLst>
            <pc:docMk/>
            <pc:sldMk cId="3907692729" sldId="677"/>
            <ac:spMk id="35" creationId="{3956BE87-9FC2-CEEB-1A55-50FB08263EF5}"/>
          </ac:spMkLst>
        </pc:spChg>
        <pc:spChg chg="add mod">
          <ac:chgData name="Thibaud CAMBRONNE" userId="dc436455-6161-4cf8-8210-ab832c8b7b83" providerId="ADAL" clId="{5DB020B2-AC1C-449B-871A-08C027CF852E}" dt="2025-04-16T17:11:48.221" v="7660" actId="571"/>
          <ac:spMkLst>
            <pc:docMk/>
            <pc:sldMk cId="3907692729" sldId="677"/>
            <ac:spMk id="36" creationId="{3B2D9C66-E6D9-2F7D-CB08-704CEC4D246E}"/>
          </ac:spMkLst>
        </pc:spChg>
        <pc:spChg chg="add mod">
          <ac:chgData name="Thibaud CAMBRONNE" userId="dc436455-6161-4cf8-8210-ab832c8b7b83" providerId="ADAL" clId="{5DB020B2-AC1C-449B-871A-08C027CF852E}" dt="2025-04-16T17:12:21.119" v="7679" actId="20577"/>
          <ac:spMkLst>
            <pc:docMk/>
            <pc:sldMk cId="3907692729" sldId="677"/>
            <ac:spMk id="37" creationId="{CAD5442D-854D-8508-5466-3751361E5180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8" creationId="{840DA83A-310B-2F8E-10B7-03886A2DF5AB}"/>
          </ac:spMkLst>
        </pc:spChg>
        <pc:spChg chg="add mod">
          <ac:chgData name="Thibaud CAMBRONNE" userId="dc436455-6161-4cf8-8210-ab832c8b7b83" providerId="ADAL" clId="{5DB020B2-AC1C-449B-871A-08C027CF852E}" dt="2025-04-16T17:15:00.950" v="7714" actId="1076"/>
          <ac:spMkLst>
            <pc:docMk/>
            <pc:sldMk cId="3907692729" sldId="677"/>
            <ac:spMk id="39" creationId="{A1F9F30F-9A2F-D8C3-E0F4-F5A9633C21B0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42" creationId="{1A90E4F4-3EB6-D413-1F79-AF38DC2B4041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66" creationId="{2F71D584-ABC6-5C17-DF76-80DE9D07B193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67" creationId="{DEC6B83A-0C76-1853-D3AB-2B589D2B32DE}"/>
          </ac:spMkLst>
        </pc:spChg>
        <pc:spChg chg="add mod">
          <ac:chgData name="Thibaud CAMBRONNE" userId="dc436455-6161-4cf8-8210-ab832c8b7b83" providerId="ADAL" clId="{5DB020B2-AC1C-449B-871A-08C027CF852E}" dt="2025-04-16T17:40:31.821" v="8202" actId="571"/>
          <ac:spMkLst>
            <pc:docMk/>
            <pc:sldMk cId="3907692729" sldId="677"/>
            <ac:spMk id="77" creationId="{45FEBCAD-E704-26E1-C8A7-2EA6853D6461}"/>
          </ac:spMkLst>
        </pc:spChg>
        <pc:spChg chg="add mod">
          <ac:chgData name="Thibaud CAMBRONNE" userId="dc436455-6161-4cf8-8210-ab832c8b7b83" providerId="ADAL" clId="{5DB020B2-AC1C-449B-871A-08C027CF852E}" dt="2025-04-16T17:40:31.821" v="8202" actId="571"/>
          <ac:spMkLst>
            <pc:docMk/>
            <pc:sldMk cId="3907692729" sldId="677"/>
            <ac:spMk id="78" creationId="{6A726AE6-E8AD-05F1-C41E-CA184A09BFD5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79" creationId="{2C828D5E-A242-B6EF-AEDC-CF20280C63AE}"/>
          </ac:spMkLst>
        </pc:spChg>
        <pc:spChg chg="add mod">
          <ac:chgData name="Thibaud CAMBRONNE" userId="dc436455-6161-4cf8-8210-ab832c8b7b83" providerId="ADAL" clId="{5DB020B2-AC1C-449B-871A-08C027CF852E}" dt="2025-04-16T19:25:41.063" v="8961" actId="20577"/>
          <ac:spMkLst>
            <pc:docMk/>
            <pc:sldMk cId="3907692729" sldId="677"/>
            <ac:spMk id="83" creationId="{A62A5FDD-4096-0983-F6CA-5A347B9B7F48}"/>
          </ac:spMkLst>
        </pc:spChg>
        <pc:spChg chg="add mod">
          <ac:chgData name="Thibaud CAMBRONNE" userId="dc436455-6161-4cf8-8210-ab832c8b7b83" providerId="ADAL" clId="{5DB020B2-AC1C-449B-871A-08C027CF852E}" dt="2025-04-16T18:12:30.629" v="8934" actId="1036"/>
          <ac:spMkLst>
            <pc:docMk/>
            <pc:sldMk cId="3907692729" sldId="677"/>
            <ac:spMk id="84" creationId="{5BA2FCAF-C9FB-F3B8-E9F3-412183B26E27}"/>
          </ac:spMkLst>
        </pc:spChg>
        <pc:grpChg chg="add del mod">
          <ac:chgData name="Thibaud CAMBRONNE" userId="dc436455-6161-4cf8-8210-ab832c8b7b83" providerId="ADAL" clId="{5DB020B2-AC1C-449B-871A-08C027CF852E}" dt="2025-04-16T18:12:42.680" v="8936" actId="165"/>
          <ac:grpSpMkLst>
            <pc:docMk/>
            <pc:sldMk cId="3907692729" sldId="677"/>
            <ac:grpSpMk id="80" creationId="{1200C45E-9973-7300-59B5-731E193CDF55}"/>
          </ac:grpSpMkLst>
        </pc:grpChg>
        <pc:cxnChg chg="add mod">
          <ac:chgData name="Thibaud CAMBRONNE" userId="dc436455-6161-4cf8-8210-ab832c8b7b83" providerId="ADAL" clId="{5DB020B2-AC1C-449B-871A-08C027CF852E}" dt="2025-04-16T18:08:10.016" v="8884" actId="14100"/>
          <ac:cxnSpMkLst>
            <pc:docMk/>
            <pc:sldMk cId="3907692729" sldId="677"/>
            <ac:cxnSpMk id="11" creationId="{DB0B4506-E5E6-3EAA-8CE5-BDE145B00C8B}"/>
          </ac:cxnSpMkLst>
        </pc:cxnChg>
        <pc:cxnChg chg="add mod">
          <ac:chgData name="Thibaud CAMBRONNE" userId="dc436455-6161-4cf8-8210-ab832c8b7b83" providerId="ADAL" clId="{5DB020B2-AC1C-449B-871A-08C027CF852E}" dt="2025-04-16T17:35:22.880" v="8125" actId="408"/>
          <ac:cxnSpMkLst>
            <pc:docMk/>
            <pc:sldMk cId="3907692729" sldId="677"/>
            <ac:cxnSpMk id="41" creationId="{075F12AC-0BE8-804A-E896-F379A3C3B895}"/>
          </ac:cxnSpMkLst>
        </pc:cxnChg>
        <pc:cxnChg chg="add mod">
          <ac:chgData name="Thibaud CAMBRONNE" userId="dc436455-6161-4cf8-8210-ab832c8b7b83" providerId="ADAL" clId="{5DB020B2-AC1C-449B-871A-08C027CF852E}" dt="2025-04-16T17:39:19.166" v="8183" actId="1076"/>
          <ac:cxnSpMkLst>
            <pc:docMk/>
            <pc:sldMk cId="3907692729" sldId="677"/>
            <ac:cxnSpMk id="45" creationId="{CB6D666F-B5DB-0894-598A-DCDD34700DD4}"/>
          </ac:cxnSpMkLst>
        </pc:cxnChg>
        <pc:cxnChg chg="add mod">
          <ac:chgData name="Thibaud CAMBRONNE" userId="dc436455-6161-4cf8-8210-ab832c8b7b83" providerId="ADAL" clId="{5DB020B2-AC1C-449B-871A-08C027CF852E}" dt="2025-04-16T17:38:40.519" v="8177" actId="12788"/>
          <ac:cxnSpMkLst>
            <pc:docMk/>
            <pc:sldMk cId="3907692729" sldId="677"/>
            <ac:cxnSpMk id="46" creationId="{BA900FC5-94B8-CE49-DD4A-E943B2D56F24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7" creationId="{B20D5890-2BE8-0D32-1218-D57731939A5B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8" creationId="{32B7A4E1-5D2E-0186-3719-9D285C8A0479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9" creationId="{EE287A97-DD57-6D4A-420C-812739EC77B9}"/>
          </ac:cxnSpMkLst>
        </pc:cxnChg>
        <pc:cxnChg chg="add del mod">
          <ac:chgData name="Thibaud CAMBRONNE" userId="dc436455-6161-4cf8-8210-ab832c8b7b83" providerId="ADAL" clId="{5DB020B2-AC1C-449B-871A-08C027CF852E}" dt="2025-04-16T17:36:09.706" v="8137" actId="478"/>
          <ac:cxnSpMkLst>
            <pc:docMk/>
            <pc:sldMk cId="3907692729" sldId="677"/>
            <ac:cxnSpMk id="50" creationId="{8F417587-D1CE-ACE0-7BB9-BF8F9119CC38}"/>
          </ac:cxnSpMkLst>
        </pc:cxnChg>
        <pc:cxnChg chg="add del mod">
          <ac:chgData name="Thibaud CAMBRONNE" userId="dc436455-6161-4cf8-8210-ab832c8b7b83" providerId="ADAL" clId="{5DB020B2-AC1C-449B-871A-08C027CF852E}" dt="2025-04-16T17:37:07.567" v="8165" actId="478"/>
          <ac:cxnSpMkLst>
            <pc:docMk/>
            <pc:sldMk cId="3907692729" sldId="677"/>
            <ac:cxnSpMk id="52" creationId="{BD30F5E2-E50E-367E-7F14-D2A04F1A81A5}"/>
          </ac:cxnSpMkLst>
        </pc:cxnChg>
        <pc:cxnChg chg="add del mod">
          <ac:chgData name="Thibaud CAMBRONNE" userId="dc436455-6161-4cf8-8210-ab832c8b7b83" providerId="ADAL" clId="{5DB020B2-AC1C-449B-871A-08C027CF852E}" dt="2025-04-16T17:37:07.567" v="8165" actId="478"/>
          <ac:cxnSpMkLst>
            <pc:docMk/>
            <pc:sldMk cId="3907692729" sldId="677"/>
            <ac:cxnSpMk id="53" creationId="{7B7E3727-43DC-3EB5-213B-55CCD3CC981A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54" creationId="{B605BCD4-5ADB-927E-DD1F-57B4BEA321E8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55" creationId="{A8035907-79E0-95A2-89BC-620211AC6632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6" creationId="{C043FD68-281D-BD1A-A28E-FA6F6D07FC1E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7" creationId="{4D67B3B7-CC56-A3B2-AB0D-1B562F47D60A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8" creationId="{656BA037-4A5F-DA64-8C1F-8A754E34E58E}"/>
          </ac:cxnSpMkLst>
        </pc:cxnChg>
        <pc:cxnChg chg="add mod">
          <ac:chgData name="Thibaud CAMBRONNE" userId="dc436455-6161-4cf8-8210-ab832c8b7b83" providerId="ADAL" clId="{5DB020B2-AC1C-449B-871A-08C027CF852E}" dt="2025-04-16T17:35:37.217" v="8128" actId="408"/>
          <ac:cxnSpMkLst>
            <pc:docMk/>
            <pc:sldMk cId="3907692729" sldId="677"/>
            <ac:cxnSpMk id="59" creationId="{88354752-3ED9-20BC-17A7-98594AF90E5C}"/>
          </ac:cxnSpMkLst>
        </pc:cxnChg>
        <pc:cxnChg chg="add mod">
          <ac:chgData name="Thibaud CAMBRONNE" userId="dc436455-6161-4cf8-8210-ab832c8b7b83" providerId="ADAL" clId="{5DB020B2-AC1C-449B-871A-08C027CF852E}" dt="2025-04-16T17:34:23.565" v="8115" actId="571"/>
          <ac:cxnSpMkLst>
            <pc:docMk/>
            <pc:sldMk cId="3907692729" sldId="677"/>
            <ac:cxnSpMk id="60" creationId="{6601D0CC-67C0-A4D7-0AF1-74347BD93648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61" creationId="{F97F6870-4733-1844-4D3A-43C8AEE60B8D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62" creationId="{C67CE964-A4C1-C0C9-AD5F-217B8423BFA9}"/>
          </ac:cxnSpMkLst>
        </pc:cxnChg>
        <pc:cxnChg chg="add del mod">
          <ac:chgData name="Thibaud CAMBRONNE" userId="dc436455-6161-4cf8-8210-ab832c8b7b83" providerId="ADAL" clId="{5DB020B2-AC1C-449B-871A-08C027CF852E}" dt="2025-04-16T17:36:09.706" v="8137" actId="478"/>
          <ac:cxnSpMkLst>
            <pc:docMk/>
            <pc:sldMk cId="3907692729" sldId="677"/>
            <ac:cxnSpMk id="63" creationId="{60608D5F-2711-8CD1-2EB8-F0826E3E2361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64" creationId="{09D249B9-31C1-365F-F3EF-DE2375FB825E}"/>
          </ac:cxnSpMkLst>
        </pc:cxnChg>
        <pc:cxnChg chg="add mod ord">
          <ac:chgData name="Thibaud CAMBRONNE" userId="dc436455-6161-4cf8-8210-ab832c8b7b83" providerId="ADAL" clId="{5DB020B2-AC1C-449B-871A-08C027CF852E}" dt="2025-04-16T17:38:05.599" v="8170" actId="12788"/>
          <ac:cxnSpMkLst>
            <pc:docMk/>
            <pc:sldMk cId="3907692729" sldId="677"/>
            <ac:cxnSpMk id="65" creationId="{44B5BFD7-6A81-6CFD-4D54-1D4ECF1E1E50}"/>
          </ac:cxnSpMkLst>
        </pc:cxnChg>
        <pc:cxnChg chg="add del mod">
          <ac:chgData name="Thibaud CAMBRONNE" userId="dc436455-6161-4cf8-8210-ab832c8b7b83" providerId="ADAL" clId="{5DB020B2-AC1C-449B-871A-08C027CF852E}" dt="2025-04-16T17:39:24.614" v="8184" actId="478"/>
          <ac:cxnSpMkLst>
            <pc:docMk/>
            <pc:sldMk cId="3907692729" sldId="677"/>
            <ac:cxnSpMk id="68" creationId="{0E5306D9-0CA7-E799-E749-2FCB7895E351}"/>
          </ac:cxnSpMkLst>
        </pc:cxnChg>
        <pc:cxnChg chg="add del mod">
          <ac:chgData name="Thibaud CAMBRONNE" userId="dc436455-6161-4cf8-8210-ab832c8b7b83" providerId="ADAL" clId="{5DB020B2-AC1C-449B-871A-08C027CF852E}" dt="2025-04-16T17:40:05.566" v="8188" actId="478"/>
          <ac:cxnSpMkLst>
            <pc:docMk/>
            <pc:sldMk cId="3907692729" sldId="677"/>
            <ac:cxnSpMk id="69" creationId="{FF96204E-C3AE-10D3-5C33-AC3605FDF9D7}"/>
          </ac:cxnSpMkLst>
        </pc:cxnChg>
        <pc:cxnChg chg="add del mod">
          <ac:chgData name="Thibaud CAMBRONNE" userId="dc436455-6161-4cf8-8210-ab832c8b7b83" providerId="ADAL" clId="{5DB020B2-AC1C-449B-871A-08C027CF852E}" dt="2025-04-16T17:39:24.614" v="8184" actId="478"/>
          <ac:cxnSpMkLst>
            <pc:docMk/>
            <pc:sldMk cId="3907692729" sldId="677"/>
            <ac:cxnSpMk id="70" creationId="{D1777428-D311-3F11-63CB-2B392D66C108}"/>
          </ac:cxnSpMkLst>
        </pc:cxnChg>
        <pc:cxnChg chg="add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71" creationId="{CEC4839C-76C8-26B8-4E72-4B127F7DBCC0}"/>
          </ac:cxnSpMkLst>
        </pc:cxnChg>
        <pc:cxnChg chg="add mod">
          <ac:chgData name="Thibaud CAMBRONNE" userId="dc436455-6161-4cf8-8210-ab832c8b7b83" providerId="ADAL" clId="{5DB020B2-AC1C-449B-871A-08C027CF852E}" dt="2025-04-16T17:38:15.666" v="8172" actId="571"/>
          <ac:cxnSpMkLst>
            <pc:docMk/>
            <pc:sldMk cId="3907692729" sldId="677"/>
            <ac:cxnSpMk id="72" creationId="{FD310419-2804-228F-AE97-D451CDD68DFA}"/>
          </ac:cxnSpMkLst>
        </pc:cxnChg>
        <pc:cxnChg chg="add del mod">
          <ac:chgData name="Thibaud CAMBRONNE" userId="dc436455-6161-4cf8-8210-ab832c8b7b83" providerId="ADAL" clId="{5DB020B2-AC1C-449B-871A-08C027CF852E}" dt="2025-04-16T17:39:46.982" v="8187" actId="478"/>
          <ac:cxnSpMkLst>
            <pc:docMk/>
            <pc:sldMk cId="3907692729" sldId="677"/>
            <ac:cxnSpMk id="73" creationId="{EAD18F11-C12D-5CF3-AC40-F82F391E2A67}"/>
          </ac:cxnSpMkLst>
        </pc:cxnChg>
        <pc:cxnChg chg="add del mod">
          <ac:chgData name="Thibaud CAMBRONNE" userId="dc436455-6161-4cf8-8210-ab832c8b7b83" providerId="ADAL" clId="{5DB020B2-AC1C-449B-871A-08C027CF852E}" dt="2025-04-16T17:38:59.665" v="8179" actId="478"/>
          <ac:cxnSpMkLst>
            <pc:docMk/>
            <pc:sldMk cId="3907692729" sldId="677"/>
            <ac:cxnSpMk id="74" creationId="{75255688-1609-5AC8-475D-9C7B2B8A1AFC}"/>
          </ac:cxnSpMkLst>
        </pc:cxnChg>
        <pc:cxnChg chg="add del mod">
          <ac:chgData name="Thibaud CAMBRONNE" userId="dc436455-6161-4cf8-8210-ab832c8b7b83" providerId="ADAL" clId="{5DB020B2-AC1C-449B-871A-08C027CF852E}" dt="2025-04-16T17:39:38.252" v="8185" actId="478"/>
          <ac:cxnSpMkLst>
            <pc:docMk/>
            <pc:sldMk cId="3907692729" sldId="677"/>
            <ac:cxnSpMk id="75" creationId="{78751EBA-F8E1-3B6A-F622-6432F9087BF8}"/>
          </ac:cxnSpMkLst>
        </pc:cxnChg>
        <pc:cxnChg chg="add del mod">
          <ac:chgData name="Thibaud CAMBRONNE" userId="dc436455-6161-4cf8-8210-ab832c8b7b83" providerId="ADAL" clId="{5DB020B2-AC1C-449B-871A-08C027CF852E}" dt="2025-04-16T17:39:40.383" v="8186" actId="478"/>
          <ac:cxnSpMkLst>
            <pc:docMk/>
            <pc:sldMk cId="3907692729" sldId="677"/>
            <ac:cxnSpMk id="76" creationId="{1C76B326-A4BC-86A5-9A05-5AF742ECBE6D}"/>
          </ac:cxnSpMkLst>
        </pc:cxnChg>
      </pc:sldChg>
      <pc:sldChg chg="addSp delSp modSp add mod">
        <pc:chgData name="Thibaud CAMBRONNE" userId="dc436455-6161-4cf8-8210-ab832c8b7b83" providerId="ADAL" clId="{5DB020B2-AC1C-449B-871A-08C027CF852E}" dt="2025-04-16T23:39:20.972" v="10893" actId="20577"/>
        <pc:sldMkLst>
          <pc:docMk/>
          <pc:sldMk cId="1324628870" sldId="678"/>
        </pc:sldMkLst>
        <pc:spChg chg="add mod">
          <ac:chgData name="Thibaud CAMBRONNE" userId="dc436455-6161-4cf8-8210-ab832c8b7b83" providerId="ADAL" clId="{5DB020B2-AC1C-449B-871A-08C027CF852E}" dt="2025-04-16T18:05:32.235" v="8740" actId="1076"/>
          <ac:spMkLst>
            <pc:docMk/>
            <pc:sldMk cId="1324628870" sldId="678"/>
            <ac:spMk id="4" creationId="{6CC6ADB0-D595-BAE5-C2CF-A1D9979E9EC7}"/>
          </ac:spMkLst>
        </pc:spChg>
        <pc:spChg chg="add mod">
          <ac:chgData name="Thibaud CAMBRONNE" userId="dc436455-6161-4cf8-8210-ab832c8b7b83" providerId="ADAL" clId="{5DB020B2-AC1C-449B-871A-08C027CF852E}" dt="2025-04-16T18:05:30.355" v="8739" actId="571"/>
          <ac:spMkLst>
            <pc:docMk/>
            <pc:sldMk cId="1324628870" sldId="678"/>
            <ac:spMk id="5" creationId="{F19333B7-F86A-62E3-F9A4-6D038FDF2064}"/>
          </ac:spMkLst>
        </pc:spChg>
        <pc:spChg chg="add mod">
          <ac:chgData name="Thibaud CAMBRONNE" userId="dc436455-6161-4cf8-8210-ab832c8b7b83" providerId="ADAL" clId="{5DB020B2-AC1C-449B-871A-08C027CF852E}" dt="2025-04-16T18:06:21.006" v="8871" actId="20577"/>
          <ac:spMkLst>
            <pc:docMk/>
            <pc:sldMk cId="1324628870" sldId="678"/>
            <ac:spMk id="6" creationId="{A84189A7-02E1-C5E6-EA36-1B3CE7D3BF09}"/>
          </ac:spMkLst>
        </pc:spChg>
        <pc:spChg chg="del">
          <ac:chgData name="Thibaud CAMBRONNE" userId="dc436455-6161-4cf8-8210-ab832c8b7b83" providerId="ADAL" clId="{5DB020B2-AC1C-449B-871A-08C027CF852E}" dt="2025-04-15T23:15:28.647" v="6140" actId="478"/>
          <ac:spMkLst>
            <pc:docMk/>
            <pc:sldMk cId="1324628870" sldId="678"/>
            <ac:spMk id="7" creationId="{0E8E78FF-302D-B3EB-1F2D-DC1694B1CF6E}"/>
          </ac:spMkLst>
        </pc:spChg>
        <pc:spChg chg="mod">
          <ac:chgData name="Thibaud CAMBRONNE" userId="dc436455-6161-4cf8-8210-ab832c8b7b83" providerId="ADAL" clId="{5DB020B2-AC1C-449B-871A-08C027CF852E}" dt="2025-04-15T18:43:52.247" v="3290" actId="20577"/>
          <ac:spMkLst>
            <pc:docMk/>
            <pc:sldMk cId="1324628870" sldId="678"/>
            <ac:spMk id="8" creationId="{7ED53570-4CDA-F9B4-9EDC-0F52B08E825D}"/>
          </ac:spMkLst>
        </pc:spChg>
        <pc:spChg chg="add mod">
          <ac:chgData name="Thibaud CAMBRONNE" userId="dc436455-6161-4cf8-8210-ab832c8b7b83" providerId="ADAL" clId="{5DB020B2-AC1C-449B-871A-08C027CF852E}" dt="2025-04-16T23:39:20.972" v="10893" actId="20577"/>
          <ac:spMkLst>
            <pc:docMk/>
            <pc:sldMk cId="1324628870" sldId="678"/>
            <ac:spMk id="9" creationId="{7806B509-5DB5-61A3-67BB-8FECCE5A283F}"/>
          </ac:spMkLst>
        </pc:spChg>
      </pc:sldChg>
      <pc:sldChg chg="modSp add mod">
        <pc:chgData name="Thibaud CAMBRONNE" userId="dc436455-6161-4cf8-8210-ab832c8b7b83" providerId="ADAL" clId="{5DB020B2-AC1C-449B-871A-08C027CF852E}" dt="2025-04-16T19:25:33.354" v="8959" actId="20577"/>
        <pc:sldMkLst>
          <pc:docMk/>
          <pc:sldMk cId="3178891596" sldId="679"/>
        </pc:sldMkLst>
        <pc:spChg chg="mod">
          <ac:chgData name="Thibaud CAMBRONNE" userId="dc436455-6161-4cf8-8210-ab832c8b7b83" providerId="ADAL" clId="{5DB020B2-AC1C-449B-871A-08C027CF852E}" dt="2025-04-16T19:25:33.354" v="8959" actId="20577"/>
          <ac:spMkLst>
            <pc:docMk/>
            <pc:sldMk cId="3178891596" sldId="679"/>
            <ac:spMk id="7" creationId="{0E7628CF-B0A7-E419-FF67-9360968C1A54}"/>
          </ac:spMkLst>
        </pc:spChg>
        <pc:spChg chg="mod">
          <ac:chgData name="Thibaud CAMBRONNE" userId="dc436455-6161-4cf8-8210-ab832c8b7b83" providerId="ADAL" clId="{5DB020B2-AC1C-449B-871A-08C027CF852E}" dt="2025-04-15T18:44:28.630" v="3296" actId="404"/>
          <ac:spMkLst>
            <pc:docMk/>
            <pc:sldMk cId="3178891596" sldId="679"/>
            <ac:spMk id="8" creationId="{8B53A5D4-A3B7-FEDA-7C7C-8E1E2DD178DC}"/>
          </ac:spMkLst>
        </pc:spChg>
      </pc:sldChg>
      <pc:sldChg chg="addSp delSp modSp add mod">
        <pc:chgData name="Thibaud CAMBRONNE" userId="dc436455-6161-4cf8-8210-ab832c8b7b83" providerId="ADAL" clId="{5DB020B2-AC1C-449B-871A-08C027CF852E}" dt="2025-04-16T23:30:11.646" v="10611" actId="20577"/>
        <pc:sldMkLst>
          <pc:docMk/>
          <pc:sldMk cId="657183294" sldId="680"/>
        </pc:sldMkLst>
        <pc:spChg chg="add mod">
          <ac:chgData name="Thibaud CAMBRONNE" userId="dc436455-6161-4cf8-8210-ab832c8b7b83" providerId="ADAL" clId="{5DB020B2-AC1C-449B-871A-08C027CF852E}" dt="2025-04-15T23:02:04.971" v="5999" actId="403"/>
          <ac:spMkLst>
            <pc:docMk/>
            <pc:sldMk cId="657183294" sldId="680"/>
            <ac:spMk id="5" creationId="{5EC14EE0-7A44-3E2D-7E3E-D850F69E6153}"/>
          </ac:spMkLst>
        </pc:spChg>
        <pc:spChg chg="add mod">
          <ac:chgData name="Thibaud CAMBRONNE" userId="dc436455-6161-4cf8-8210-ab832c8b7b83" providerId="ADAL" clId="{5DB020B2-AC1C-449B-871A-08C027CF852E}" dt="2025-04-16T23:30:11.646" v="10611" actId="20577"/>
          <ac:spMkLst>
            <pc:docMk/>
            <pc:sldMk cId="657183294" sldId="680"/>
            <ac:spMk id="6" creationId="{15E64F59-A463-9EA5-A327-E94398B645C1}"/>
          </ac:spMkLst>
        </pc:spChg>
        <pc:spChg chg="del">
          <ac:chgData name="Thibaud CAMBRONNE" userId="dc436455-6161-4cf8-8210-ab832c8b7b83" providerId="ADAL" clId="{5DB020B2-AC1C-449B-871A-08C027CF852E}" dt="2025-04-15T23:00:08.610" v="5863" actId="478"/>
          <ac:spMkLst>
            <pc:docMk/>
            <pc:sldMk cId="657183294" sldId="680"/>
            <ac:spMk id="7" creationId="{F65E00DF-50C6-03F9-C740-060BF5AC4149}"/>
          </ac:spMkLst>
        </pc:spChg>
        <pc:spChg chg="mod">
          <ac:chgData name="Thibaud CAMBRONNE" userId="dc436455-6161-4cf8-8210-ab832c8b7b83" providerId="ADAL" clId="{5DB020B2-AC1C-449B-871A-08C027CF852E}" dt="2025-04-15T23:05:19.951" v="6139" actId="20577"/>
          <ac:spMkLst>
            <pc:docMk/>
            <pc:sldMk cId="657183294" sldId="680"/>
            <ac:spMk id="8" creationId="{34875D33-CB36-72AF-511A-BFE66014109C}"/>
          </ac:spMkLst>
        </pc:spChg>
        <pc:graphicFrameChg chg="add mod modGraphic">
          <ac:chgData name="Thibaud CAMBRONNE" userId="dc436455-6161-4cf8-8210-ab832c8b7b83" providerId="ADAL" clId="{5DB020B2-AC1C-449B-871A-08C027CF852E}" dt="2025-04-15T23:05:00.482" v="6120" actId="114"/>
          <ac:graphicFrameMkLst>
            <pc:docMk/>
            <pc:sldMk cId="657183294" sldId="680"/>
            <ac:graphicFrameMk id="4" creationId="{17BD746B-D76C-0F84-AC94-0030CF5D2594}"/>
          </ac:graphicFrameMkLst>
        </pc:graphicFrameChg>
      </pc:sldChg>
      <pc:sldChg chg="modSp new mod">
        <pc:chgData name="Thibaud CAMBRONNE" userId="dc436455-6161-4cf8-8210-ab832c8b7b83" providerId="ADAL" clId="{5DB020B2-AC1C-449B-871A-08C027CF852E}" dt="2025-04-16T23:29:16.230" v="10603" actId="20577"/>
        <pc:sldMkLst>
          <pc:docMk/>
          <pc:sldMk cId="362821887" sldId="681"/>
        </pc:sldMkLst>
        <pc:spChg chg="mod">
          <ac:chgData name="Thibaud CAMBRONNE" userId="dc436455-6161-4cf8-8210-ab832c8b7b83" providerId="ADAL" clId="{5DB020B2-AC1C-449B-871A-08C027CF852E}" dt="2025-04-16T23:29:16.230" v="10603" actId="20577"/>
          <ac:spMkLst>
            <pc:docMk/>
            <pc:sldMk cId="362821887" sldId="681"/>
            <ac:spMk id="4" creationId="{57EE39C5-3B6C-CBE1-C9D9-5FAB029A2FB6}"/>
          </ac:spMkLst>
        </pc:spChg>
        <pc:spChg chg="mod">
          <ac:chgData name="Thibaud CAMBRONNE" userId="dc436455-6161-4cf8-8210-ab832c8b7b83" providerId="ADAL" clId="{5DB020B2-AC1C-449B-871A-08C027CF852E}" dt="2025-04-16T23:29:13.153" v="10594" actId="6549"/>
          <ac:spMkLst>
            <pc:docMk/>
            <pc:sldMk cId="362821887" sldId="681"/>
            <ac:spMk id="5" creationId="{9C08E0C5-A3B1-BBEA-0947-C292C501E814}"/>
          </ac:spMkLst>
        </pc:spChg>
      </pc:sldChg>
      <pc:sldChg chg="addSp delSp modSp new mod delAnim modAnim">
        <pc:chgData name="Thibaud CAMBRONNE" userId="dc436455-6161-4cf8-8210-ab832c8b7b83" providerId="ADAL" clId="{5DB020B2-AC1C-449B-871A-08C027CF852E}" dt="2025-04-16T23:35:45.386" v="10837" actId="20577"/>
        <pc:sldMkLst>
          <pc:docMk/>
          <pc:sldMk cId="2494832255" sldId="682"/>
        </pc:sldMkLst>
        <pc:spChg chg="mod">
          <ac:chgData name="Thibaud CAMBRONNE" userId="dc436455-6161-4cf8-8210-ab832c8b7b83" providerId="ADAL" clId="{5DB020B2-AC1C-449B-871A-08C027CF852E}" dt="2025-04-16T21:55:14.318" v="9741" actId="20577"/>
          <ac:spMkLst>
            <pc:docMk/>
            <pc:sldMk cId="2494832255" sldId="682"/>
            <ac:spMk id="4" creationId="{608FC990-CDF6-F6D5-6583-0AD30B2CDEFF}"/>
          </ac:spMkLst>
        </pc:spChg>
        <pc:spChg chg="del">
          <ac:chgData name="Thibaud CAMBRONNE" userId="dc436455-6161-4cf8-8210-ab832c8b7b83" providerId="ADAL" clId="{5DB020B2-AC1C-449B-871A-08C027CF852E}" dt="2025-04-16T21:46:09.211" v="9397" actId="478"/>
          <ac:spMkLst>
            <pc:docMk/>
            <pc:sldMk cId="2494832255" sldId="682"/>
            <ac:spMk id="5" creationId="{D2453CC7-4E3B-DD39-86D2-4863BB4327C6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8" creationId="{A217EA80-F936-9436-0830-4CECAA7D864D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9" creationId="{8C4835A7-3910-D641-746D-3CB8CA327E33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10" creationId="{5D17FB4B-170C-0409-9FC4-38595EE2E7D4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19" creationId="{4F9D6369-8DB8-D44A-AEE6-F7316464BB5A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20" creationId="{C9C97A55-7B9F-90DE-157F-FD4594FF457D}"/>
          </ac:spMkLst>
        </pc:spChg>
        <pc:spChg chg="mod">
          <ac:chgData name="Thibaud CAMBRONNE" userId="dc436455-6161-4cf8-8210-ab832c8b7b83" providerId="ADAL" clId="{5DB020B2-AC1C-449B-871A-08C027CF852E}" dt="2025-04-16T21:56:11.640" v="9761" actId="20577"/>
          <ac:spMkLst>
            <pc:docMk/>
            <pc:sldMk cId="2494832255" sldId="682"/>
            <ac:spMk id="22" creationId="{C2F0BB14-4948-3853-7315-4462CDCFC584}"/>
          </ac:spMkLst>
        </pc:spChg>
        <pc:spChg chg="mod">
          <ac:chgData name="Thibaud CAMBRONNE" userId="dc436455-6161-4cf8-8210-ab832c8b7b83" providerId="ADAL" clId="{5DB020B2-AC1C-449B-871A-08C027CF852E}" dt="2025-04-16T21:56:03.953" v="9755" actId="20577"/>
          <ac:spMkLst>
            <pc:docMk/>
            <pc:sldMk cId="2494832255" sldId="682"/>
            <ac:spMk id="25" creationId="{BAEC6C7D-6FEB-4734-E1F7-D29755B2CAC8}"/>
          </ac:spMkLst>
        </pc:spChg>
        <pc:spChg chg="mod">
          <ac:chgData name="Thibaud CAMBRONNE" userId="dc436455-6161-4cf8-8210-ab832c8b7b83" providerId="ADAL" clId="{5DB020B2-AC1C-449B-871A-08C027CF852E}" dt="2025-04-16T21:55:42.255" v="9742"/>
          <ac:spMkLst>
            <pc:docMk/>
            <pc:sldMk cId="2494832255" sldId="682"/>
            <ac:spMk id="28" creationId="{3A6E4F3C-236D-0A18-4E70-F933BB88DEC3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34" creationId="{94CFE54E-975F-7C89-9AF0-D0AC8B756320}"/>
          </ac:spMkLst>
        </pc:spChg>
        <pc:spChg chg="add mod">
          <ac:chgData name="Thibaud CAMBRONNE" userId="dc436455-6161-4cf8-8210-ab832c8b7b83" providerId="ADAL" clId="{5DB020B2-AC1C-449B-871A-08C027CF852E}" dt="2025-04-16T23:33:46.529" v="10765" actId="20577"/>
          <ac:spMkLst>
            <pc:docMk/>
            <pc:sldMk cId="2494832255" sldId="682"/>
            <ac:spMk id="35" creationId="{A471B71B-EAF4-8420-49E3-521489FE53C4}"/>
          </ac:spMkLst>
        </pc:spChg>
        <pc:spChg chg="add mod">
          <ac:chgData name="Thibaud CAMBRONNE" userId="dc436455-6161-4cf8-8210-ab832c8b7b83" providerId="ADAL" clId="{5DB020B2-AC1C-449B-871A-08C027CF852E}" dt="2025-04-16T23:34:01.524" v="10779" actId="1035"/>
          <ac:spMkLst>
            <pc:docMk/>
            <pc:sldMk cId="2494832255" sldId="682"/>
            <ac:spMk id="37" creationId="{799744D0-15CF-3AC5-1E38-D8943F7A9A14}"/>
          </ac:spMkLst>
        </pc:spChg>
        <pc:spChg chg="add mod">
          <ac:chgData name="Thibaud CAMBRONNE" userId="dc436455-6161-4cf8-8210-ab832c8b7b83" providerId="ADAL" clId="{5DB020B2-AC1C-449B-871A-08C027CF852E}" dt="2025-04-16T23:35:45.386" v="10837" actId="20577"/>
          <ac:spMkLst>
            <pc:docMk/>
            <pc:sldMk cId="2494832255" sldId="682"/>
            <ac:spMk id="38" creationId="{BC5DA9BA-8A6E-5E1A-7F9B-FDF06F67AD58}"/>
          </ac:spMkLst>
        </pc:spChg>
        <pc:grpChg chg="add mod">
          <ac:chgData name="Thibaud CAMBRONNE" userId="dc436455-6161-4cf8-8210-ab832c8b7b83" providerId="ADAL" clId="{5DB020B2-AC1C-449B-871A-08C027CF852E}" dt="2025-04-16T23:33:23.217" v="10735" actId="1036"/>
          <ac:grpSpMkLst>
            <pc:docMk/>
            <pc:sldMk cId="2494832255" sldId="682"/>
            <ac:grpSpMk id="21" creationId="{FBD2CA5D-DC3F-A2D0-D49A-9B8614F5578C}"/>
          </ac:grpSpMkLst>
        </pc:grpChg>
        <pc:grpChg chg="add mod">
          <ac:chgData name="Thibaud CAMBRONNE" userId="dc436455-6161-4cf8-8210-ab832c8b7b83" providerId="ADAL" clId="{5DB020B2-AC1C-449B-871A-08C027CF852E}" dt="2025-04-16T23:33:23.217" v="10735" actId="1036"/>
          <ac:grpSpMkLst>
            <pc:docMk/>
            <pc:sldMk cId="2494832255" sldId="682"/>
            <ac:grpSpMk id="24" creationId="{A93CBE52-12CE-847E-D73E-45DED43603E5}"/>
          </ac:grpSpMkLst>
        </pc:grpChg>
        <pc:grpChg chg="add del mod">
          <ac:chgData name="Thibaud CAMBRONNE" userId="dc436455-6161-4cf8-8210-ab832c8b7b83" providerId="ADAL" clId="{5DB020B2-AC1C-449B-871A-08C027CF852E}" dt="2025-04-16T21:55:48.233" v="9744" actId="478"/>
          <ac:grpSpMkLst>
            <pc:docMk/>
            <pc:sldMk cId="2494832255" sldId="682"/>
            <ac:grpSpMk id="27" creationId="{1010FAEC-4DC0-8DC6-DB19-F8E03B229F30}"/>
          </ac:grpSpMkLst>
        </pc:grpChg>
        <pc:graphicFrameChg chg="add mod">
          <ac:chgData name="Thibaud CAMBRONNE" userId="dc436455-6161-4cf8-8210-ab832c8b7b83" providerId="ADAL" clId="{5DB020B2-AC1C-449B-871A-08C027CF852E}" dt="2025-04-16T23:33:23.217" v="10735" actId="1036"/>
          <ac:graphicFrameMkLst>
            <pc:docMk/>
            <pc:sldMk cId="2494832255" sldId="682"/>
            <ac:graphicFrameMk id="6" creationId="{89602BB0-9D7B-0F9A-275E-5D6241EEB4E2}"/>
          </ac:graphicFrameMkLst>
        </pc:graphicFrameChg>
        <pc:graphicFrameChg chg="add mod">
          <ac:chgData name="Thibaud CAMBRONNE" userId="dc436455-6161-4cf8-8210-ab832c8b7b83" providerId="ADAL" clId="{5DB020B2-AC1C-449B-871A-08C027CF852E}" dt="2025-04-16T23:33:23.217" v="10735" actId="1036"/>
          <ac:graphicFrameMkLst>
            <pc:docMk/>
            <pc:sldMk cId="2494832255" sldId="682"/>
            <ac:graphicFrameMk id="7" creationId="{93C32BE0-929E-F12C-984E-0D7CFFC04F15}"/>
          </ac:graphicFrameMkLst>
        </pc:graphicFrameChg>
        <pc:graphicFrameChg chg="add mod">
          <ac:chgData name="Thibaud CAMBRONNE" userId="dc436455-6161-4cf8-8210-ab832c8b7b83" providerId="ADAL" clId="{5DB020B2-AC1C-449B-871A-08C027CF852E}" dt="2025-04-16T23:34:01.524" v="10779" actId="1035"/>
          <ac:graphicFrameMkLst>
            <pc:docMk/>
            <pc:sldMk cId="2494832255" sldId="682"/>
            <ac:graphicFrameMk id="36" creationId="{EE689B03-8931-A67B-2DAA-B32A095808DC}"/>
          </ac:graphicFrameMkLst>
        </pc:graphicFrameChg>
        <pc:cxnChg chg="add mod">
          <ac:chgData name="Thibaud CAMBRONNE" userId="dc436455-6161-4cf8-8210-ab832c8b7b83" providerId="ADAL" clId="{5DB020B2-AC1C-449B-871A-08C027CF852E}" dt="2025-04-16T23:33:17.497" v="10718" actId="1035"/>
          <ac:cxnSpMkLst>
            <pc:docMk/>
            <pc:sldMk cId="2494832255" sldId="682"/>
            <ac:cxnSpMk id="12" creationId="{51ACC32D-D5FF-E89C-E46B-C8532F54A29E}"/>
          </ac:cxnSpMkLst>
        </pc:cxnChg>
        <pc:cxnChg chg="add mod">
          <ac:chgData name="Thibaud CAMBRONNE" userId="dc436455-6161-4cf8-8210-ab832c8b7b83" providerId="ADAL" clId="{5DB020B2-AC1C-449B-871A-08C027CF852E}" dt="2025-04-16T23:33:17.497" v="10718" actId="1035"/>
          <ac:cxnSpMkLst>
            <pc:docMk/>
            <pc:sldMk cId="2494832255" sldId="682"/>
            <ac:cxnSpMk id="14" creationId="{10CA31A1-BD90-1098-A209-F4464C372C21}"/>
          </ac:cxnSpMkLst>
        </pc:cxnChg>
        <pc:cxnChg chg="mod">
          <ac:chgData name="Thibaud CAMBRONNE" userId="dc436455-6161-4cf8-8210-ab832c8b7b83" providerId="ADAL" clId="{5DB020B2-AC1C-449B-871A-08C027CF852E}" dt="2025-04-16T21:55:42.255" v="9742"/>
          <ac:cxnSpMkLst>
            <pc:docMk/>
            <pc:sldMk cId="2494832255" sldId="682"/>
            <ac:cxnSpMk id="23" creationId="{A94F2610-B07A-B243-D6DA-8FF23DD08F8B}"/>
          </ac:cxnSpMkLst>
        </pc:cxnChg>
        <pc:cxnChg chg="mod">
          <ac:chgData name="Thibaud CAMBRONNE" userId="dc436455-6161-4cf8-8210-ab832c8b7b83" providerId="ADAL" clId="{5DB020B2-AC1C-449B-871A-08C027CF852E}" dt="2025-04-16T21:55:42.255" v="9742"/>
          <ac:cxnSpMkLst>
            <pc:docMk/>
            <pc:sldMk cId="2494832255" sldId="682"/>
            <ac:cxnSpMk id="26" creationId="{93227871-B3A1-B792-C1CC-200599278FE0}"/>
          </ac:cxnSpMkLst>
        </pc:cxnChg>
        <pc:cxnChg chg="mod">
          <ac:chgData name="Thibaud CAMBRONNE" userId="dc436455-6161-4cf8-8210-ab832c8b7b83" providerId="ADAL" clId="{5DB020B2-AC1C-449B-871A-08C027CF852E}" dt="2025-04-16T21:55:48.233" v="9744" actId="478"/>
          <ac:cxnSpMkLst>
            <pc:docMk/>
            <pc:sldMk cId="2494832255" sldId="682"/>
            <ac:cxnSpMk id="29" creationId="{2A8E89CB-B707-1300-919D-DE770A5F06EE}"/>
          </ac:cxnSpMkLst>
        </pc:cxnChg>
      </pc:sldChg>
      <pc:sldChg chg="delSp add mod modAnim modShow">
        <pc:chgData name="Thibaud CAMBRONNE" userId="dc436455-6161-4cf8-8210-ab832c8b7b83" providerId="ADAL" clId="{5DB020B2-AC1C-449B-871A-08C027CF852E}" dt="2025-04-16T21:57:01.600" v="9777" actId="478"/>
        <pc:sldMkLst>
          <pc:docMk/>
          <pc:sldMk cId="4071469001" sldId="683"/>
        </pc:sldMkLst>
        <pc:spChg chg="del">
          <ac:chgData name="Thibaud CAMBRONNE" userId="dc436455-6161-4cf8-8210-ab832c8b7b83" providerId="ADAL" clId="{5DB020B2-AC1C-449B-871A-08C027CF852E}" dt="2025-04-16T21:56:59.027" v="9776" actId="478"/>
          <ac:spMkLst>
            <pc:docMk/>
            <pc:sldMk cId="4071469001" sldId="683"/>
            <ac:spMk id="61" creationId="{FAB6CAEE-1404-289B-3C76-B1AE539FB52B}"/>
          </ac:spMkLst>
        </pc:spChg>
        <pc:spChg chg="del">
          <ac:chgData name="Thibaud CAMBRONNE" userId="dc436455-6161-4cf8-8210-ab832c8b7b83" providerId="ADAL" clId="{5DB020B2-AC1C-449B-871A-08C027CF852E}" dt="2025-04-16T21:56:59.027" v="9776" actId="478"/>
          <ac:spMkLst>
            <pc:docMk/>
            <pc:sldMk cId="4071469001" sldId="683"/>
            <ac:spMk id="62" creationId="{B7E48C27-731C-C64D-8DE8-2852D9E4CBFF}"/>
          </ac:spMkLst>
        </pc:spChg>
        <pc:spChg chg="del">
          <ac:chgData name="Thibaud CAMBRONNE" userId="dc436455-6161-4cf8-8210-ab832c8b7b83" providerId="ADAL" clId="{5DB020B2-AC1C-449B-871A-08C027CF852E}" dt="2025-04-16T21:56:59.027" v="9776" actId="478"/>
          <ac:spMkLst>
            <pc:docMk/>
            <pc:sldMk cId="4071469001" sldId="683"/>
            <ac:spMk id="64" creationId="{EF7994DF-5BC0-5AF4-9C94-B8706DB9D122}"/>
          </ac:spMkLst>
        </pc:spChg>
        <pc:spChg chg="del">
          <ac:chgData name="Thibaud CAMBRONNE" userId="dc436455-6161-4cf8-8210-ab832c8b7b83" providerId="ADAL" clId="{5DB020B2-AC1C-449B-871A-08C027CF852E}" dt="2025-04-16T21:57:01.600" v="9777" actId="478"/>
          <ac:spMkLst>
            <pc:docMk/>
            <pc:sldMk cId="4071469001" sldId="683"/>
            <ac:spMk id="65" creationId="{6C9E4700-DEFE-748A-15A0-4A9D88DABB6B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510514164" sldId="68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46471621" sldId="68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073123469" sldId="68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496987559" sldId="68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92984403" sldId="68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69996496" sldId="69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951999711" sldId="69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55356774" sldId="69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94885270" sldId="69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209176255" sldId="69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58403352" sldId="69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099629166" sldId="69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45795790" sldId="69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35128580" sldId="70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454413028" sldId="701"/>
        </pc:sldMkLst>
      </pc:sldChg>
      <pc:sldMasterChg chg="delSldLayout">
        <pc:chgData name="Thibaud CAMBRONNE" userId="dc436455-6161-4cf8-8210-ab832c8b7b83" providerId="ADAL" clId="{5DB020B2-AC1C-449B-871A-08C027CF852E}" dt="2025-04-11T22:10:29.937" v="1" actId="47"/>
        <pc:sldMasterMkLst>
          <pc:docMk/>
          <pc:sldMasterMk cId="1797941728" sldId="2147483683"/>
        </pc:sldMasterMkLst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2885286891" sldId="2147483928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571732761" sldId="2147483929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55046693" sldId="2147483930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4092902891" sldId="2147483931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425655135" sldId="2147483937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917350647" sldId="2147483938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2572497778" sldId="2147483939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65331855" sldId="2147483940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1841560676" sldId="2147483941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4163320436" sldId="2147483942"/>
          </pc:sldLayoutMkLst>
        </pc:sldLayoutChg>
      </pc:sldMasterChg>
    </pc:docChg>
  </pc:docChgLst>
  <pc:docChgLst>
    <pc:chgData name="Thibaud CAMBRONNE" userId="dc436455-6161-4cf8-8210-ab832c8b7b83" providerId="ADAL" clId="{1C2065AE-16EC-4C24-938F-917B7575BAF4}"/>
    <pc:docChg chg="delSld modSld delSection modSection">
      <pc:chgData name="Thibaud CAMBRONNE" userId="dc436455-6161-4cf8-8210-ab832c8b7b83" providerId="ADAL" clId="{1C2065AE-16EC-4C24-938F-917B7575BAF4}" dt="2025-04-16T23:54:42.393" v="85" actId="17851"/>
      <pc:docMkLst>
        <pc:docMk/>
      </pc:docMkLst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970107839" sldId="493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74346181" sldId="494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846796224" sldId="495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554063632" sldId="496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2672921346" sldId="497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008495116" sldId="498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848313418" sldId="504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869462136" sldId="523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615543404" sldId="524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495310050" sldId="529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035914635" sldId="540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867541742" sldId="547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622808586" sldId="549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793219219" sldId="550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1868219274" sldId="551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2759063920" sldId="558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463225769" sldId="560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2343000110" sldId="563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424532755" sldId="570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897311275" sldId="575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567087349" sldId="583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2791122262" sldId="593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881365863" sldId="595"/>
        </pc:sldMkLst>
      </pc:sldChg>
      <pc:sldChg chg="del">
        <pc:chgData name="Thibaud CAMBRONNE" userId="dc436455-6161-4cf8-8210-ab832c8b7b83" providerId="ADAL" clId="{1C2065AE-16EC-4C24-938F-917B7575BAF4}" dt="2025-04-16T23:54:35.830" v="83" actId="2696"/>
        <pc:sldMkLst>
          <pc:docMk/>
          <pc:sldMk cId="3652920301" sldId="669"/>
        </pc:sldMkLst>
      </pc:sldChg>
      <pc:sldChg chg="modSp mod">
        <pc:chgData name="Thibaud CAMBRONNE" userId="dc436455-6161-4cf8-8210-ab832c8b7b83" providerId="ADAL" clId="{1C2065AE-16EC-4C24-938F-917B7575BAF4}" dt="2025-04-16T23:53:45.189" v="48" actId="207"/>
        <pc:sldMkLst>
          <pc:docMk/>
          <pc:sldMk cId="4114961915" sldId="674"/>
        </pc:sldMkLst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14" creationId="{0295FE75-13C2-2404-A339-DD3A6DB15B90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16" creationId="{C7B84DC9-7AAD-54B5-171B-CED6B17BC037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17" creationId="{7234B797-378A-DC84-DBAA-1F7D9C5DA248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34" creationId="{D3A880DF-6E10-804F-7AD6-4AB9AAA80456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1" creationId="{C9979FCA-65A8-CC43-4397-41D838BF18F7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2" creationId="{DEBA062C-F7E7-3EC2-A529-55A4A157CA52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4" creationId="{EA4B6C00-FDC6-D03C-0164-5821CF61C71B}"/>
          </ac:spMkLst>
        </pc:spChg>
        <pc:spChg chg="mod">
          <ac:chgData name="Thibaud CAMBRONNE" userId="dc436455-6161-4cf8-8210-ab832c8b7b83" providerId="ADAL" clId="{1C2065AE-16EC-4C24-938F-917B7575BAF4}" dt="2025-04-16T23:53:45.189" v="48" actId="207"/>
          <ac:spMkLst>
            <pc:docMk/>
            <pc:sldMk cId="4114961915" sldId="674"/>
            <ac:spMk id="65" creationId="{0EE9CB31-5E47-AABD-E6EF-BC145ABFF08A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7" creationId="{6728B1F1-81B3-F5A0-78F5-58D0A183A930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8" creationId="{15DC0C49-0894-782D-B582-0D4A85E1DFC3}"/>
          </ac:spMkLst>
        </pc:spChg>
        <pc:spChg chg="mod">
          <ac:chgData name="Thibaud CAMBRONNE" userId="dc436455-6161-4cf8-8210-ab832c8b7b83" providerId="ADAL" clId="{1C2065AE-16EC-4C24-938F-917B7575BAF4}" dt="2025-04-16T23:53:35.413" v="43" actId="1035"/>
          <ac:spMkLst>
            <pc:docMk/>
            <pc:sldMk cId="4114961915" sldId="674"/>
            <ac:spMk id="69" creationId="{D8EBD4A7-20FC-322F-27D4-73594F11ACB1}"/>
          </ac:spMkLst>
        </pc:spChg>
      </pc:sldChg>
      <pc:sldChg chg="addSp modSp mod">
        <pc:chgData name="Thibaud CAMBRONNE" userId="dc436455-6161-4cf8-8210-ab832c8b7b83" providerId="ADAL" clId="{1C2065AE-16EC-4C24-938F-917B7575BAF4}" dt="2025-04-16T23:53:13.805" v="33" actId="1036"/>
        <pc:sldMkLst>
          <pc:docMk/>
          <pc:sldMk cId="2593706414" sldId="675"/>
        </pc:sldMkLst>
        <pc:spChg chg="add mod ord">
          <ac:chgData name="Thibaud CAMBRONNE" userId="dc436455-6161-4cf8-8210-ab832c8b7b83" providerId="ADAL" clId="{1C2065AE-16EC-4C24-938F-917B7575BAF4}" dt="2025-04-16T23:51:25.870" v="19" actId="167"/>
          <ac:spMkLst>
            <pc:docMk/>
            <pc:sldMk cId="2593706414" sldId="675"/>
            <ac:spMk id="4" creationId="{44EB41CA-333A-C84F-6841-1CF20CAF4199}"/>
          </ac:spMkLst>
        </pc:spChg>
        <pc:graphicFrameChg chg="mod modGraphic">
          <ac:chgData name="Thibaud CAMBRONNE" userId="dc436455-6161-4cf8-8210-ab832c8b7b83" providerId="ADAL" clId="{1C2065AE-16EC-4C24-938F-917B7575BAF4}" dt="2025-04-16T23:53:13.805" v="33" actId="1036"/>
          <ac:graphicFrameMkLst>
            <pc:docMk/>
            <pc:sldMk cId="2593706414" sldId="675"/>
            <ac:graphicFrameMk id="5" creationId="{E8655EED-195D-AA31-E9B9-550B47BE9F1F}"/>
          </ac:graphicFrameMkLst>
        </pc:graphicFrameChg>
      </pc:sldChg>
      <pc:sldChg chg="modSp">
        <pc:chgData name="Thibaud CAMBRONNE" userId="dc436455-6161-4cf8-8210-ab832c8b7b83" providerId="ADAL" clId="{1C2065AE-16EC-4C24-938F-917B7575BAF4}" dt="2025-04-16T23:53:50.319" v="49" actId="207"/>
        <pc:sldMkLst>
          <pc:docMk/>
          <pc:sldMk cId="3907692729" sldId="677"/>
        </pc:sldMkLst>
        <pc:spChg chg="mod">
          <ac:chgData name="Thibaud CAMBRONNE" userId="dc436455-6161-4cf8-8210-ab832c8b7b83" providerId="ADAL" clId="{1C2065AE-16EC-4C24-938F-917B7575BAF4}" dt="2025-04-16T23:53:50.319" v="49" actId="207"/>
          <ac:spMkLst>
            <pc:docMk/>
            <pc:sldMk cId="3907692729" sldId="677"/>
            <ac:spMk id="22" creationId="{D263B42D-5120-CA8E-7D01-F59C432083E3}"/>
          </ac:spMkLst>
        </pc:spChg>
      </pc:sldChg>
      <pc:sldChg chg="del">
        <pc:chgData name="Thibaud CAMBRONNE" userId="dc436455-6161-4cf8-8210-ab832c8b7b83" providerId="ADAL" clId="{1C2065AE-16EC-4C24-938F-917B7575BAF4}" dt="2025-04-16T23:50:39.542" v="1" actId="47"/>
        <pc:sldMkLst>
          <pc:docMk/>
          <pc:sldMk cId="3178891596" sldId="679"/>
        </pc:sldMkLst>
      </pc:sldChg>
      <pc:sldChg chg="modSp mod">
        <pc:chgData name="Thibaud CAMBRONNE" userId="dc436455-6161-4cf8-8210-ab832c8b7b83" providerId="ADAL" clId="{1C2065AE-16EC-4C24-938F-917B7575BAF4}" dt="2025-04-16T23:54:19.969" v="82" actId="14100"/>
        <pc:sldMkLst>
          <pc:docMk/>
          <pc:sldMk cId="2494832255" sldId="682"/>
        </pc:sldMkLst>
        <pc:spChg chg="mod">
          <ac:chgData name="Thibaud CAMBRONNE" userId="dc436455-6161-4cf8-8210-ab832c8b7b83" providerId="ADAL" clId="{1C2065AE-16EC-4C24-938F-917B7575BAF4}" dt="2025-04-16T23:54:00.443" v="51" actId="113"/>
          <ac:spMkLst>
            <pc:docMk/>
            <pc:sldMk cId="2494832255" sldId="682"/>
            <ac:spMk id="35" creationId="{A471B71B-EAF4-8420-49E3-521489FE53C4}"/>
          </ac:spMkLst>
        </pc:spChg>
        <pc:spChg chg="mod">
          <ac:chgData name="Thibaud CAMBRONNE" userId="dc436455-6161-4cf8-8210-ab832c8b7b83" providerId="ADAL" clId="{1C2065AE-16EC-4C24-938F-917B7575BAF4}" dt="2025-04-16T23:54:19.969" v="82" actId="14100"/>
          <ac:spMkLst>
            <pc:docMk/>
            <pc:sldMk cId="2494832255" sldId="682"/>
            <ac:spMk id="38" creationId="{BC5DA9BA-8A6E-5E1A-7F9B-FDF06F67AD58}"/>
          </ac:spMkLst>
        </pc:spChg>
      </pc:sldChg>
      <pc:sldChg chg="del">
        <pc:chgData name="Thibaud CAMBRONNE" userId="dc436455-6161-4cf8-8210-ab832c8b7b83" providerId="ADAL" clId="{1C2065AE-16EC-4C24-938F-917B7575BAF4}" dt="2025-04-16T23:50:35.647" v="0" actId="47"/>
        <pc:sldMkLst>
          <pc:docMk/>
          <pc:sldMk cId="4071469001" sldId="683"/>
        </pc:sldMkLst>
      </pc:sldChg>
      <pc:sldMasterChg chg="delSldLayout">
        <pc:chgData name="Thibaud CAMBRONNE" userId="dc436455-6161-4cf8-8210-ab832c8b7b83" providerId="ADAL" clId="{1C2065AE-16EC-4C24-938F-917B7575BAF4}" dt="2025-04-16T23:54:35.830" v="83" actId="2696"/>
        <pc:sldMasterMkLst>
          <pc:docMk/>
          <pc:sldMasterMk cId="1797941728" sldId="2147483683"/>
        </pc:sldMasterMkLst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941297214" sldId="2147483926"/>
          </pc:sldLayoutMkLst>
        </pc:sldLayoutChg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2811515800" sldId="2147483927"/>
          </pc:sldLayoutMkLst>
        </pc:sldLayoutChg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3856193712" sldId="2147483933"/>
          </pc:sldLayoutMkLst>
        </pc:sldLayoutChg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1174894002" sldId="2147483934"/>
          </pc:sldLayoutMkLst>
        </pc:sldLayoutChg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2092328119" sldId="2147483935"/>
          </pc:sldLayoutMkLst>
        </pc:sldLayoutChg>
        <pc:sldLayoutChg chg="del">
          <pc:chgData name="Thibaud CAMBRONNE" userId="dc436455-6161-4cf8-8210-ab832c8b7b83" providerId="ADAL" clId="{1C2065AE-16EC-4C24-938F-917B7575BAF4}" dt="2025-04-16T23:54:35.830" v="83" actId="2696"/>
          <pc:sldLayoutMkLst>
            <pc:docMk/>
            <pc:sldMasterMk cId="1797941728" sldId="2147483683"/>
            <pc:sldLayoutMk cId="3948665468" sldId="214748393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  <c:pt idx="6">
                  <c:v>8</c:v>
                </c:pt>
                <c:pt idx="7">
                  <c:v>9</c:v>
                </c:pt>
                <c:pt idx="8">
                  <c:v>6</c:v>
                </c:pt>
                <c:pt idx="9">
                  <c:v>5</c:v>
                </c:pt>
                <c:pt idx="10">
                  <c:v>8</c:v>
                </c:pt>
                <c:pt idx="11">
                  <c:v>10</c:v>
                </c:pt>
                <c:pt idx="12">
                  <c:v>2</c:v>
                </c:pt>
                <c:pt idx="13">
                  <c:v>3</c:v>
                </c:pt>
                <c:pt idx="14">
                  <c:v>6</c:v>
                </c:pt>
                <c:pt idx="15">
                  <c:v>2</c:v>
                </c:pt>
                <c:pt idx="16">
                  <c:v>5</c:v>
                </c:pt>
                <c:pt idx="17">
                  <c:v>1</c:v>
                </c:pt>
                <c:pt idx="18">
                  <c:v>4</c:v>
                </c:pt>
                <c:pt idx="19">
                  <c:v>5</c:v>
                </c:pt>
                <c:pt idx="20">
                  <c:v>8</c:v>
                </c:pt>
                <c:pt idx="21">
                  <c:v>12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2</c:v>
                </c:pt>
                <c:pt idx="27">
                  <c:v>0</c:v>
                </c:pt>
                <c:pt idx="28">
                  <c:v>1</c:v>
                </c:pt>
                <c:pt idx="29">
                  <c:v>4</c:v>
                </c:pt>
                <c:pt idx="30">
                  <c:v>0</c:v>
                </c:pt>
                <c:pt idx="31">
                  <c:v>8</c:v>
                </c:pt>
                <c:pt idx="32">
                  <c:v>0</c:v>
                </c:pt>
                <c:pt idx="33">
                  <c:v>4</c:v>
                </c:pt>
                <c:pt idx="34">
                  <c:v>7</c:v>
                </c:pt>
                <c:pt idx="35">
                  <c:v>14</c:v>
                </c:pt>
                <c:pt idx="36">
                  <c:v>14</c:v>
                </c:pt>
                <c:pt idx="37">
                  <c:v>6</c:v>
                </c:pt>
                <c:pt idx="38">
                  <c:v>3</c:v>
                </c:pt>
                <c:pt idx="39">
                  <c:v>6</c:v>
                </c:pt>
                <c:pt idx="40">
                  <c:v>4</c:v>
                </c:pt>
                <c:pt idx="41">
                  <c:v>5</c:v>
                </c:pt>
                <c:pt idx="42">
                  <c:v>7</c:v>
                </c:pt>
                <c:pt idx="43">
                  <c:v>7</c:v>
                </c:pt>
                <c:pt idx="44">
                  <c:v>9</c:v>
                </c:pt>
                <c:pt idx="45">
                  <c:v>6</c:v>
                </c:pt>
                <c:pt idx="46">
                  <c:v>5</c:v>
                </c:pt>
                <c:pt idx="47">
                  <c:v>8</c:v>
                </c:pt>
                <c:pt idx="48">
                  <c:v>11</c:v>
                </c:pt>
                <c:pt idx="49">
                  <c:v>10</c:v>
                </c:pt>
                <c:pt idx="50">
                  <c:v>6</c:v>
                </c:pt>
                <c:pt idx="51">
                  <c:v>5</c:v>
                </c:pt>
                <c:pt idx="52">
                  <c:v>9</c:v>
                </c:pt>
                <c:pt idx="53">
                  <c:v>1</c:v>
                </c:pt>
                <c:pt idx="54">
                  <c:v>0</c:v>
                </c:pt>
                <c:pt idx="55">
                  <c:v>2</c:v>
                </c:pt>
                <c:pt idx="56">
                  <c:v>5</c:v>
                </c:pt>
                <c:pt idx="57">
                  <c:v>6</c:v>
                </c:pt>
                <c:pt idx="58">
                  <c:v>3</c:v>
                </c:pt>
                <c:pt idx="5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8</c:v>
                </c:pt>
                <c:pt idx="21">
                  <c:v>10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11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12</c:v>
                </c:pt>
                <c:pt idx="36">
                  <c:v>12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10</c:v>
                </c:pt>
                <c:pt idx="41">
                  <c:v>8</c:v>
                </c:pt>
                <c:pt idx="42">
                  <c:v>6</c:v>
                </c:pt>
                <c:pt idx="43">
                  <c:v>4</c:v>
                </c:pt>
                <c:pt idx="44">
                  <c:v>4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2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614CAE6-BFFC-44D9-B589-0D037404D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08E2BC-021C-40B7-90F3-4B68AD2B71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2EC88-F953-4BD6-A688-3279E9A6E67A}" type="datetimeFigureOut">
              <a:rPr lang="fr-FR" smtClean="0"/>
              <a:t>16/04/2025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F619B7-E80F-4357-A079-8385235264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27D7F4-CEC4-4BC4-A31D-0DEAAFB986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5B5C3-2E1E-4008-9B77-C67FFE77BE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04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49E9D-AF7B-45D0-B389-3AE92F6B3F8A}" type="datetimeFigureOut">
              <a:rPr lang="fr-FR" smtClean="0"/>
              <a:t>16/04/2025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DE3DE-59D0-436E-9643-2C33BA4042B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46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88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32000" indent="-144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76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4401" y="231941"/>
            <a:ext cx="2788867" cy="2204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34022" y="3321431"/>
            <a:ext cx="5400000" cy="2896168"/>
          </a:xfrm>
        </p:spPr>
        <p:txBody>
          <a:bodyPr wrap="square" lIns="0" tIns="0" rIns="0" bIns="0" anchor="t" anchorCtr="0">
            <a:noAutofit/>
          </a:bodyPr>
          <a:lstStyle>
            <a:lvl1pPr marL="0" algn="l">
              <a:lnSpc>
                <a:spcPct val="90000"/>
              </a:lnSpc>
              <a:defRPr sz="4000" b="1" cap="all" spc="150" baseline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PRÉSENTATION </a:t>
            </a:r>
            <a:br>
              <a:rPr lang="fr-FR"/>
            </a:br>
            <a:r>
              <a:rPr lang="fr-FR"/>
              <a:t>SUR QUATRE LIGNES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17D94-C3EC-D4EA-055F-20BC279272E0}"/>
              </a:ext>
            </a:extLst>
          </p:cNvPr>
          <p:cNvSpPr/>
          <p:nvPr userDrawn="1"/>
        </p:nvSpPr>
        <p:spPr>
          <a:xfrm flipH="1">
            <a:off x="-1" y="0"/>
            <a:ext cx="5112043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962665C3-2B47-0E03-F822-276FF637928B}"/>
              </a:ext>
            </a:extLst>
          </p:cNvPr>
          <p:cNvSpPr/>
          <p:nvPr userDrawn="1"/>
        </p:nvSpPr>
        <p:spPr>
          <a:xfrm flipH="1">
            <a:off x="10386792" y="6274336"/>
            <a:ext cx="934352" cy="583664"/>
          </a:xfrm>
          <a:custGeom>
            <a:avLst/>
            <a:gdLst>
              <a:gd name="connsiteX0" fmla="*/ 345728 w 934352"/>
              <a:gd name="connsiteY0" fmla="*/ 0 h 583664"/>
              <a:gd name="connsiteX1" fmla="*/ 244669 w 934352"/>
              <a:gd name="connsiteY1" fmla="*/ 53189 h 583664"/>
              <a:gd name="connsiteX2" fmla="*/ 30140 w 934352"/>
              <a:gd name="connsiteY2" fmla="*/ 327999 h 583664"/>
              <a:gd name="connsiteX3" fmla="*/ 0 w 934352"/>
              <a:gd name="connsiteY3" fmla="*/ 400690 h 583664"/>
              <a:gd name="connsiteX4" fmla="*/ 30140 w 934352"/>
              <a:gd name="connsiteY4" fmla="*/ 473382 h 583664"/>
              <a:gd name="connsiteX5" fmla="*/ 116298 w 934352"/>
              <a:gd name="connsiteY5" fmla="*/ 583664 h 583664"/>
              <a:gd name="connsiteX6" fmla="*/ 397785 w 934352"/>
              <a:gd name="connsiteY6" fmla="*/ 583664 h 583664"/>
              <a:gd name="connsiteX7" fmla="*/ 249988 w 934352"/>
              <a:gd name="connsiteY7" fmla="*/ 398918 h 583664"/>
              <a:gd name="connsiteX8" fmla="*/ 421965 w 934352"/>
              <a:gd name="connsiteY8" fmla="*/ 184389 h 583664"/>
              <a:gd name="connsiteX9" fmla="*/ 452106 w 934352"/>
              <a:gd name="connsiteY9" fmla="*/ 111697 h 583664"/>
              <a:gd name="connsiteX10" fmla="*/ 345728 w 934352"/>
              <a:gd name="connsiteY10" fmla="*/ 0 h 583664"/>
              <a:gd name="connsiteX11" fmla="*/ 827974 w 934352"/>
              <a:gd name="connsiteY11" fmla="*/ 0 h 583664"/>
              <a:gd name="connsiteX12" fmla="*/ 726915 w 934352"/>
              <a:gd name="connsiteY12" fmla="*/ 53189 h 583664"/>
              <a:gd name="connsiteX13" fmla="*/ 512387 w 934352"/>
              <a:gd name="connsiteY13" fmla="*/ 327999 h 583664"/>
              <a:gd name="connsiteX14" fmla="*/ 482246 w 934352"/>
              <a:gd name="connsiteY14" fmla="*/ 400690 h 583664"/>
              <a:gd name="connsiteX15" fmla="*/ 512387 w 934352"/>
              <a:gd name="connsiteY15" fmla="*/ 473382 h 583664"/>
              <a:gd name="connsiteX16" fmla="*/ 598545 w 934352"/>
              <a:gd name="connsiteY16" fmla="*/ 583664 h 583664"/>
              <a:gd name="connsiteX17" fmla="*/ 880031 w 934352"/>
              <a:gd name="connsiteY17" fmla="*/ 583664 h 583664"/>
              <a:gd name="connsiteX18" fmla="*/ 732234 w 934352"/>
              <a:gd name="connsiteY18" fmla="*/ 398918 h 583664"/>
              <a:gd name="connsiteX19" fmla="*/ 904212 w 934352"/>
              <a:gd name="connsiteY19" fmla="*/ 184389 h 583664"/>
              <a:gd name="connsiteX20" fmla="*/ 934352 w 934352"/>
              <a:gd name="connsiteY20" fmla="*/ 111697 h 583664"/>
              <a:gd name="connsiteX21" fmla="*/ 827974 w 934352"/>
              <a:gd name="connsiteY21" fmla="*/ 0 h 58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34352" h="583664">
                <a:moveTo>
                  <a:pt x="345728" y="0"/>
                </a:moveTo>
                <a:cubicBezTo>
                  <a:pt x="304950" y="0"/>
                  <a:pt x="267717" y="23049"/>
                  <a:pt x="244669" y="53189"/>
                </a:cubicBezTo>
                <a:lnTo>
                  <a:pt x="30140" y="327999"/>
                </a:lnTo>
                <a:cubicBezTo>
                  <a:pt x="10638" y="351047"/>
                  <a:pt x="0" y="372323"/>
                  <a:pt x="0" y="400690"/>
                </a:cubicBezTo>
                <a:cubicBezTo>
                  <a:pt x="0" y="429058"/>
                  <a:pt x="10638" y="450334"/>
                  <a:pt x="30140" y="473382"/>
                </a:cubicBezTo>
                <a:lnTo>
                  <a:pt x="116298" y="583664"/>
                </a:lnTo>
                <a:lnTo>
                  <a:pt x="397785" y="583664"/>
                </a:lnTo>
                <a:lnTo>
                  <a:pt x="249988" y="398918"/>
                </a:lnTo>
                <a:lnTo>
                  <a:pt x="421965" y="184389"/>
                </a:lnTo>
                <a:cubicBezTo>
                  <a:pt x="437923" y="164886"/>
                  <a:pt x="452106" y="138291"/>
                  <a:pt x="452106" y="111697"/>
                </a:cubicBezTo>
                <a:cubicBezTo>
                  <a:pt x="452106" y="49643"/>
                  <a:pt x="407782" y="0"/>
                  <a:pt x="345728" y="0"/>
                </a:cubicBezTo>
                <a:close/>
                <a:moveTo>
                  <a:pt x="827974" y="0"/>
                </a:moveTo>
                <a:cubicBezTo>
                  <a:pt x="787196" y="0"/>
                  <a:pt x="749964" y="23049"/>
                  <a:pt x="726915" y="53189"/>
                </a:cubicBezTo>
                <a:lnTo>
                  <a:pt x="512387" y="327999"/>
                </a:lnTo>
                <a:cubicBezTo>
                  <a:pt x="492884" y="351047"/>
                  <a:pt x="482246" y="372323"/>
                  <a:pt x="482246" y="400690"/>
                </a:cubicBezTo>
                <a:cubicBezTo>
                  <a:pt x="482246" y="429058"/>
                  <a:pt x="492884" y="450334"/>
                  <a:pt x="512387" y="473382"/>
                </a:cubicBezTo>
                <a:lnTo>
                  <a:pt x="598545" y="583664"/>
                </a:lnTo>
                <a:lnTo>
                  <a:pt x="880031" y="583664"/>
                </a:lnTo>
                <a:lnTo>
                  <a:pt x="732234" y="398918"/>
                </a:lnTo>
                <a:lnTo>
                  <a:pt x="904212" y="184389"/>
                </a:lnTo>
                <a:cubicBezTo>
                  <a:pt x="920169" y="164886"/>
                  <a:pt x="934352" y="138291"/>
                  <a:pt x="934352" y="111697"/>
                </a:cubicBezTo>
                <a:cubicBezTo>
                  <a:pt x="934352" y="49643"/>
                  <a:pt x="890028" y="0"/>
                  <a:pt x="827974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3ACBD10-EC61-D645-2D3E-B0FF156B31BE}"/>
              </a:ext>
            </a:extLst>
          </p:cNvPr>
          <p:cNvGrpSpPr/>
          <p:nvPr userDrawn="1"/>
        </p:nvGrpSpPr>
        <p:grpSpPr>
          <a:xfrm rot="6300000" flipH="1">
            <a:off x="-494675" y="6085850"/>
            <a:ext cx="1159398" cy="1159398"/>
            <a:chOff x="751760" y="5112007"/>
            <a:chExt cx="1035732" cy="1035732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2E0F01D3-ED61-7109-4DCA-302D4E2DBEB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558355"/>
                <a:gd name="adj2" fmla="val 1497236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D9661CB2-734E-FCE8-2085-41015BEDA798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8496833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9" name="Ellipse 38">
            <a:extLst>
              <a:ext uri="{FF2B5EF4-FFF2-40B4-BE49-F238E27FC236}">
                <a16:creationId xmlns:a16="http://schemas.microsoft.com/office/drawing/2014/main" id="{4345FBA8-D362-F056-A1AF-4FB1EDC66917}"/>
              </a:ext>
            </a:extLst>
          </p:cNvPr>
          <p:cNvSpPr/>
          <p:nvPr userDrawn="1"/>
        </p:nvSpPr>
        <p:spPr>
          <a:xfrm>
            <a:off x="447093" y="2182793"/>
            <a:ext cx="770982" cy="770982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AEF0F86-6AE3-2635-E652-A19A21D9D2CA}"/>
              </a:ext>
            </a:extLst>
          </p:cNvPr>
          <p:cNvGrpSpPr/>
          <p:nvPr userDrawn="1"/>
        </p:nvGrpSpPr>
        <p:grpSpPr>
          <a:xfrm>
            <a:off x="447093" y="-50800"/>
            <a:ext cx="4276458" cy="6333875"/>
            <a:chOff x="240632" y="0"/>
            <a:chExt cx="3999372" cy="5923484"/>
          </a:xfrm>
        </p:grpSpPr>
        <p:sp>
          <p:nvSpPr>
            <p:cNvPr id="41" name="Cercle : creux 40">
              <a:extLst>
                <a:ext uri="{FF2B5EF4-FFF2-40B4-BE49-F238E27FC236}">
                  <a16:creationId xmlns:a16="http://schemas.microsoft.com/office/drawing/2014/main" id="{40395FF1-2C9A-8734-C649-B3BD17B4AD07}"/>
                </a:ext>
              </a:extLst>
            </p:cNvPr>
            <p:cNvSpPr/>
            <p:nvPr/>
          </p:nvSpPr>
          <p:spPr>
            <a:xfrm>
              <a:off x="244265" y="1250891"/>
              <a:ext cx="837980" cy="837980"/>
            </a:xfrm>
            <a:prstGeom prst="donut">
              <a:avLst>
                <a:gd name="adj" fmla="val 26025"/>
              </a:avLst>
            </a:pr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42" name="Image 41" descr="Une image contenant ciel, plein air, moulin à vent, énergie solaire&#10;&#10;Description générée automatiquement">
              <a:extLst>
                <a:ext uri="{FF2B5EF4-FFF2-40B4-BE49-F238E27FC236}">
                  <a16:creationId xmlns:a16="http://schemas.microsoft.com/office/drawing/2014/main" id="{E5BF4415-A126-06A6-29A2-9351900EF6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07000"/>
                      </a14:imgEffect>
                      <a14:imgEffect>
                        <a14:brightnessContrast bright="-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960" t="9012" r="23331" b="3038"/>
            <a:stretch/>
          </p:blipFill>
          <p:spPr>
            <a:xfrm>
              <a:off x="601146" y="586212"/>
              <a:ext cx="3220256" cy="5337272"/>
            </a:xfrm>
            <a:custGeom>
              <a:avLst/>
              <a:gdLst>
                <a:gd name="connsiteX0" fmla="*/ 1610128 w 3220256"/>
                <a:gd name="connsiteY0" fmla="*/ 0 h 5337272"/>
                <a:gd name="connsiteX1" fmla="*/ 3220256 w 3220256"/>
                <a:gd name="connsiteY1" fmla="*/ 1511210 h 5337272"/>
                <a:gd name="connsiteX2" fmla="*/ 3220256 w 3220256"/>
                <a:gd name="connsiteY2" fmla="*/ 3826063 h 5337272"/>
                <a:gd name="connsiteX3" fmla="*/ 1610128 w 3220256"/>
                <a:gd name="connsiteY3" fmla="*/ 5337272 h 5337272"/>
                <a:gd name="connsiteX4" fmla="*/ 0 w 3220256"/>
                <a:gd name="connsiteY4" fmla="*/ 3826063 h 5337272"/>
                <a:gd name="connsiteX5" fmla="*/ 0 w 3220256"/>
                <a:gd name="connsiteY5" fmla="*/ 1511210 h 5337272"/>
                <a:gd name="connsiteX6" fmla="*/ 1610128 w 3220256"/>
                <a:gd name="connsiteY6" fmla="*/ 0 h 533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0256" h="5337272">
                  <a:moveTo>
                    <a:pt x="1610128" y="0"/>
                  </a:moveTo>
                  <a:cubicBezTo>
                    <a:pt x="2499378" y="0"/>
                    <a:pt x="3220256" y="676591"/>
                    <a:pt x="3220256" y="1511210"/>
                  </a:cubicBezTo>
                  <a:lnTo>
                    <a:pt x="3220256" y="3826063"/>
                  </a:lnTo>
                  <a:cubicBezTo>
                    <a:pt x="3220256" y="4660681"/>
                    <a:pt x="2499378" y="5337272"/>
                    <a:pt x="1610128" y="5337272"/>
                  </a:cubicBezTo>
                  <a:cubicBezTo>
                    <a:pt x="720879" y="5337272"/>
                    <a:pt x="0" y="4660681"/>
                    <a:pt x="0" y="3826063"/>
                  </a:cubicBezTo>
                  <a:lnTo>
                    <a:pt x="0" y="1511210"/>
                  </a:lnTo>
                  <a:cubicBezTo>
                    <a:pt x="0" y="676591"/>
                    <a:pt x="720879" y="0"/>
                    <a:pt x="1610128" y="0"/>
                  </a:cubicBezTo>
                  <a:close/>
                </a:path>
              </a:pathLst>
            </a:custGeom>
          </p:spPr>
        </p:pic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E65E2D0B-4F35-DF8E-7177-C58BF796FB20}"/>
                </a:ext>
              </a:extLst>
            </p:cNvPr>
            <p:cNvSpPr/>
            <p:nvPr/>
          </p:nvSpPr>
          <p:spPr>
            <a:xfrm>
              <a:off x="240632" y="2088871"/>
              <a:ext cx="721028" cy="72102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pic>
          <p:nvPicPr>
            <p:cNvPr id="44" name="Image 43" descr="Une image contenant obscurité&#10;&#10;Description générée automatiquement">
              <a:extLst>
                <a:ext uri="{FF2B5EF4-FFF2-40B4-BE49-F238E27FC236}">
                  <a16:creationId xmlns:a16="http://schemas.microsoft.com/office/drawing/2014/main" id="{DF96F65F-3C51-A3D7-4A31-90C51FEBD3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107000"/>
                      </a14:imgEffect>
                      <a14:imgEffect>
                        <a14:brightnessContrast bright="-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65" r="19323" b="37248"/>
            <a:stretch/>
          </p:blipFill>
          <p:spPr>
            <a:xfrm>
              <a:off x="1396312" y="0"/>
              <a:ext cx="2843692" cy="3898900"/>
            </a:xfrm>
            <a:prstGeom prst="rect">
              <a:avLst/>
            </a:prstGeom>
          </p:spPr>
        </p:pic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A134775D-6CF7-ECCE-73DC-81FC4E51BC5C}"/>
                </a:ext>
              </a:extLst>
            </p:cNvPr>
            <p:cNvGrpSpPr/>
            <p:nvPr/>
          </p:nvGrpSpPr>
          <p:grpSpPr>
            <a:xfrm rot="16200000">
              <a:off x="3137403" y="2580491"/>
              <a:ext cx="1368000" cy="777826"/>
              <a:chOff x="139774" y="3268466"/>
              <a:chExt cx="1264167" cy="718788"/>
            </a:xfrm>
          </p:grpSpPr>
          <p:sp>
            <p:nvSpPr>
              <p:cNvPr id="47" name="Rectangle : coins arrondis 46">
                <a:extLst>
                  <a:ext uri="{FF2B5EF4-FFF2-40B4-BE49-F238E27FC236}">
                    <a16:creationId xmlns:a16="http://schemas.microsoft.com/office/drawing/2014/main" id="{943C587B-DCC0-8296-B2AE-343295545A84}"/>
                  </a:ext>
                </a:extLst>
              </p:cNvPr>
              <p:cNvSpPr/>
              <p:nvPr/>
            </p:nvSpPr>
            <p:spPr>
              <a:xfrm rot="16200000">
                <a:off x="412464" y="2995776"/>
                <a:ext cx="718788" cy="12641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BECFCE14-BFCB-753E-072F-D03471D9C726}"/>
                  </a:ext>
                </a:extLst>
              </p:cNvPr>
              <p:cNvGrpSpPr/>
              <p:nvPr/>
            </p:nvGrpSpPr>
            <p:grpSpPr>
              <a:xfrm rot="16200000">
                <a:off x="519858" y="3120596"/>
                <a:ext cx="504000" cy="1014530"/>
                <a:chOff x="4050320" y="3124901"/>
                <a:chExt cx="504000" cy="1014530"/>
              </a:xfrm>
            </p:grpSpPr>
            <p:sp>
              <p:nvSpPr>
                <p:cNvPr id="49" name="Rectangle : coins arrondis 48">
                  <a:extLst>
                    <a:ext uri="{FF2B5EF4-FFF2-40B4-BE49-F238E27FC236}">
                      <a16:creationId xmlns:a16="http://schemas.microsoft.com/office/drawing/2014/main" id="{0AE8FC72-0047-3DEE-B6B8-E6417EA9A271}"/>
                    </a:ext>
                  </a:extLst>
                </p:cNvPr>
                <p:cNvSpPr/>
                <p:nvPr/>
              </p:nvSpPr>
              <p:spPr>
                <a:xfrm>
                  <a:off x="4050320" y="3124901"/>
                  <a:ext cx="504000" cy="101453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00AAFF"/>
                    </a:gs>
                    <a:gs pos="0">
                      <a:srgbClr val="00C8AA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orme libre : forme 49">
                  <a:extLst>
                    <a:ext uri="{FF2B5EF4-FFF2-40B4-BE49-F238E27FC236}">
                      <a16:creationId xmlns:a16="http://schemas.microsoft.com/office/drawing/2014/main" id="{BDD4C7A7-263B-AA4F-65FE-26CB458FBA79}"/>
                    </a:ext>
                  </a:extLst>
                </p:cNvPr>
                <p:cNvSpPr/>
                <p:nvPr/>
              </p:nvSpPr>
              <p:spPr>
                <a:xfrm rot="16200000">
                  <a:off x="4098190" y="3667725"/>
                  <a:ext cx="408258" cy="408258"/>
                </a:xfrm>
                <a:custGeom>
                  <a:avLst/>
                  <a:gdLst>
                    <a:gd name="connsiteX0" fmla="*/ 171450 w 171450"/>
                    <a:gd name="connsiteY0" fmla="*/ 85725 h 171450"/>
                    <a:gd name="connsiteX1" fmla="*/ 85725 w 171450"/>
                    <a:gd name="connsiteY1" fmla="*/ 171450 h 171450"/>
                    <a:gd name="connsiteX2" fmla="*/ 0 w 171450"/>
                    <a:gd name="connsiteY2" fmla="*/ 85725 h 171450"/>
                    <a:gd name="connsiteX3" fmla="*/ 85725 w 171450"/>
                    <a:gd name="connsiteY3" fmla="*/ 0 h 171450"/>
                    <a:gd name="connsiteX4" fmla="*/ 171450 w 171450"/>
                    <a:gd name="connsiteY4" fmla="*/ 85725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pic>
          <p:nvPicPr>
            <p:cNvPr id="46" name="Graphique 45">
              <a:extLst>
                <a:ext uri="{FF2B5EF4-FFF2-40B4-BE49-F238E27FC236}">
                  <a16:creationId xmlns:a16="http://schemas.microsoft.com/office/drawing/2014/main" id="{7C14C6B7-0009-FA25-A3D8-8E6A355EF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08675" y="2606325"/>
              <a:ext cx="216046" cy="207404"/>
            </a:xfrm>
            <a:prstGeom prst="rect">
              <a:avLst/>
            </a:prstGeom>
          </p:spPr>
        </p:pic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3ADBDF92-DA6D-FF87-A0CC-58E834D85561}"/>
              </a:ext>
            </a:extLst>
          </p:cNvPr>
          <p:cNvGrpSpPr/>
          <p:nvPr userDrawn="1"/>
        </p:nvGrpSpPr>
        <p:grpSpPr>
          <a:xfrm rot="5400000" flipH="1">
            <a:off x="3131108" y="5345622"/>
            <a:ext cx="1115114" cy="1012100"/>
            <a:chOff x="5719762" y="3086100"/>
            <a:chExt cx="754760" cy="685037"/>
          </a:xfrm>
        </p:grpSpPr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C5FE26F2-17D8-8D6E-B45E-4FB84245D8D4}"/>
                </a:ext>
              </a:extLst>
            </p:cNvPr>
            <p:cNvSpPr/>
            <p:nvPr/>
          </p:nvSpPr>
          <p:spPr>
            <a:xfrm rot="10800000">
              <a:off x="5923216" y="3086100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049E7158-22B2-44A4-26A7-8BD240E94257}"/>
                </a:ext>
              </a:extLst>
            </p:cNvPr>
            <p:cNvSpPr/>
            <p:nvPr/>
          </p:nvSpPr>
          <p:spPr>
            <a:xfrm rot="10800000">
              <a:off x="6123241" y="3419856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B3F641D2-7FE7-F85A-D0BF-EA248185E239}"/>
                </a:ext>
              </a:extLst>
            </p:cNvPr>
            <p:cNvSpPr/>
            <p:nvPr/>
          </p:nvSpPr>
          <p:spPr>
            <a:xfrm rot="10800000">
              <a:off x="5719762" y="3382518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68" name="Graphique 54">
            <a:extLst>
              <a:ext uri="{FF2B5EF4-FFF2-40B4-BE49-F238E27FC236}">
                <a16:creationId xmlns:a16="http://schemas.microsoft.com/office/drawing/2014/main" id="{ADE236E7-2599-F22D-BC46-B0DAA5066A2F}"/>
              </a:ext>
            </a:extLst>
          </p:cNvPr>
          <p:cNvSpPr/>
          <p:nvPr/>
        </p:nvSpPr>
        <p:spPr>
          <a:xfrm>
            <a:off x="4476682" y="841357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2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34022" y="2947259"/>
            <a:ext cx="5400000" cy="278074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1600" cap="all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</p:txBody>
      </p:sp>
      <p:sp>
        <p:nvSpPr>
          <p:cNvPr id="5" name="Graphique 54">
            <a:extLst>
              <a:ext uri="{FF2B5EF4-FFF2-40B4-BE49-F238E27FC236}">
                <a16:creationId xmlns:a16="http://schemas.microsoft.com/office/drawing/2014/main" id="{83D14CE5-E27C-B7F4-6C2B-10AEB74C3C0C}"/>
              </a:ext>
            </a:extLst>
          </p:cNvPr>
          <p:cNvSpPr/>
          <p:nvPr userDrawn="1"/>
        </p:nvSpPr>
        <p:spPr>
          <a:xfrm>
            <a:off x="4540302" y="1011513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2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715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4401" y="231941"/>
            <a:ext cx="2788867" cy="2204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34022" y="3321431"/>
            <a:ext cx="5400000" cy="2896168"/>
          </a:xfrm>
        </p:spPr>
        <p:txBody>
          <a:bodyPr wrap="square" lIns="0" tIns="0" rIns="0" bIns="0" anchor="t" anchorCtr="0">
            <a:noAutofit/>
          </a:bodyPr>
          <a:lstStyle>
            <a:lvl1pPr marL="0" algn="l">
              <a:lnSpc>
                <a:spcPct val="90000"/>
              </a:lnSpc>
              <a:defRPr sz="4000" b="1" cap="all" spc="150" baseline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PRÉSENTATION </a:t>
            </a:r>
            <a:br>
              <a:rPr lang="fr-FR"/>
            </a:br>
            <a:r>
              <a:rPr lang="fr-FR"/>
              <a:t>SUR QUATRE LIGNES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17D94-C3EC-D4EA-055F-20BC279272E0}"/>
              </a:ext>
            </a:extLst>
          </p:cNvPr>
          <p:cNvSpPr/>
          <p:nvPr userDrawn="1"/>
        </p:nvSpPr>
        <p:spPr>
          <a:xfrm flipH="1">
            <a:off x="-1" y="0"/>
            <a:ext cx="5112043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962665C3-2B47-0E03-F822-276FF637928B}"/>
              </a:ext>
            </a:extLst>
          </p:cNvPr>
          <p:cNvSpPr/>
          <p:nvPr userDrawn="1"/>
        </p:nvSpPr>
        <p:spPr>
          <a:xfrm flipH="1">
            <a:off x="10386792" y="6274336"/>
            <a:ext cx="934352" cy="583664"/>
          </a:xfrm>
          <a:custGeom>
            <a:avLst/>
            <a:gdLst>
              <a:gd name="connsiteX0" fmla="*/ 345728 w 934352"/>
              <a:gd name="connsiteY0" fmla="*/ 0 h 583664"/>
              <a:gd name="connsiteX1" fmla="*/ 244669 w 934352"/>
              <a:gd name="connsiteY1" fmla="*/ 53189 h 583664"/>
              <a:gd name="connsiteX2" fmla="*/ 30140 w 934352"/>
              <a:gd name="connsiteY2" fmla="*/ 327999 h 583664"/>
              <a:gd name="connsiteX3" fmla="*/ 0 w 934352"/>
              <a:gd name="connsiteY3" fmla="*/ 400690 h 583664"/>
              <a:gd name="connsiteX4" fmla="*/ 30140 w 934352"/>
              <a:gd name="connsiteY4" fmla="*/ 473382 h 583664"/>
              <a:gd name="connsiteX5" fmla="*/ 116298 w 934352"/>
              <a:gd name="connsiteY5" fmla="*/ 583664 h 583664"/>
              <a:gd name="connsiteX6" fmla="*/ 397785 w 934352"/>
              <a:gd name="connsiteY6" fmla="*/ 583664 h 583664"/>
              <a:gd name="connsiteX7" fmla="*/ 249988 w 934352"/>
              <a:gd name="connsiteY7" fmla="*/ 398918 h 583664"/>
              <a:gd name="connsiteX8" fmla="*/ 421965 w 934352"/>
              <a:gd name="connsiteY8" fmla="*/ 184389 h 583664"/>
              <a:gd name="connsiteX9" fmla="*/ 452106 w 934352"/>
              <a:gd name="connsiteY9" fmla="*/ 111697 h 583664"/>
              <a:gd name="connsiteX10" fmla="*/ 345728 w 934352"/>
              <a:gd name="connsiteY10" fmla="*/ 0 h 583664"/>
              <a:gd name="connsiteX11" fmla="*/ 827974 w 934352"/>
              <a:gd name="connsiteY11" fmla="*/ 0 h 583664"/>
              <a:gd name="connsiteX12" fmla="*/ 726915 w 934352"/>
              <a:gd name="connsiteY12" fmla="*/ 53189 h 583664"/>
              <a:gd name="connsiteX13" fmla="*/ 512387 w 934352"/>
              <a:gd name="connsiteY13" fmla="*/ 327999 h 583664"/>
              <a:gd name="connsiteX14" fmla="*/ 482246 w 934352"/>
              <a:gd name="connsiteY14" fmla="*/ 400690 h 583664"/>
              <a:gd name="connsiteX15" fmla="*/ 512387 w 934352"/>
              <a:gd name="connsiteY15" fmla="*/ 473382 h 583664"/>
              <a:gd name="connsiteX16" fmla="*/ 598545 w 934352"/>
              <a:gd name="connsiteY16" fmla="*/ 583664 h 583664"/>
              <a:gd name="connsiteX17" fmla="*/ 880031 w 934352"/>
              <a:gd name="connsiteY17" fmla="*/ 583664 h 583664"/>
              <a:gd name="connsiteX18" fmla="*/ 732234 w 934352"/>
              <a:gd name="connsiteY18" fmla="*/ 398918 h 583664"/>
              <a:gd name="connsiteX19" fmla="*/ 904212 w 934352"/>
              <a:gd name="connsiteY19" fmla="*/ 184389 h 583664"/>
              <a:gd name="connsiteX20" fmla="*/ 934352 w 934352"/>
              <a:gd name="connsiteY20" fmla="*/ 111697 h 583664"/>
              <a:gd name="connsiteX21" fmla="*/ 827974 w 934352"/>
              <a:gd name="connsiteY21" fmla="*/ 0 h 58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34352" h="583664">
                <a:moveTo>
                  <a:pt x="345728" y="0"/>
                </a:moveTo>
                <a:cubicBezTo>
                  <a:pt x="304950" y="0"/>
                  <a:pt x="267717" y="23049"/>
                  <a:pt x="244669" y="53189"/>
                </a:cubicBezTo>
                <a:lnTo>
                  <a:pt x="30140" y="327999"/>
                </a:lnTo>
                <a:cubicBezTo>
                  <a:pt x="10638" y="351047"/>
                  <a:pt x="0" y="372323"/>
                  <a:pt x="0" y="400690"/>
                </a:cubicBezTo>
                <a:cubicBezTo>
                  <a:pt x="0" y="429058"/>
                  <a:pt x="10638" y="450334"/>
                  <a:pt x="30140" y="473382"/>
                </a:cubicBezTo>
                <a:lnTo>
                  <a:pt x="116298" y="583664"/>
                </a:lnTo>
                <a:lnTo>
                  <a:pt x="397785" y="583664"/>
                </a:lnTo>
                <a:lnTo>
                  <a:pt x="249988" y="398918"/>
                </a:lnTo>
                <a:lnTo>
                  <a:pt x="421965" y="184389"/>
                </a:lnTo>
                <a:cubicBezTo>
                  <a:pt x="437923" y="164886"/>
                  <a:pt x="452106" y="138291"/>
                  <a:pt x="452106" y="111697"/>
                </a:cubicBezTo>
                <a:cubicBezTo>
                  <a:pt x="452106" y="49643"/>
                  <a:pt x="407782" y="0"/>
                  <a:pt x="345728" y="0"/>
                </a:cubicBezTo>
                <a:close/>
                <a:moveTo>
                  <a:pt x="827974" y="0"/>
                </a:moveTo>
                <a:cubicBezTo>
                  <a:pt x="787196" y="0"/>
                  <a:pt x="749964" y="23049"/>
                  <a:pt x="726915" y="53189"/>
                </a:cubicBezTo>
                <a:lnTo>
                  <a:pt x="512387" y="327999"/>
                </a:lnTo>
                <a:cubicBezTo>
                  <a:pt x="492884" y="351047"/>
                  <a:pt x="482246" y="372323"/>
                  <a:pt x="482246" y="400690"/>
                </a:cubicBezTo>
                <a:cubicBezTo>
                  <a:pt x="482246" y="429058"/>
                  <a:pt x="492884" y="450334"/>
                  <a:pt x="512387" y="473382"/>
                </a:cubicBezTo>
                <a:lnTo>
                  <a:pt x="598545" y="583664"/>
                </a:lnTo>
                <a:lnTo>
                  <a:pt x="880031" y="583664"/>
                </a:lnTo>
                <a:lnTo>
                  <a:pt x="732234" y="398918"/>
                </a:lnTo>
                <a:lnTo>
                  <a:pt x="904212" y="184389"/>
                </a:lnTo>
                <a:cubicBezTo>
                  <a:pt x="920169" y="164886"/>
                  <a:pt x="934352" y="138291"/>
                  <a:pt x="934352" y="111697"/>
                </a:cubicBezTo>
                <a:cubicBezTo>
                  <a:pt x="934352" y="49643"/>
                  <a:pt x="890028" y="0"/>
                  <a:pt x="827974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3ACBD10-EC61-D645-2D3E-B0FF156B31BE}"/>
              </a:ext>
            </a:extLst>
          </p:cNvPr>
          <p:cNvGrpSpPr/>
          <p:nvPr userDrawn="1"/>
        </p:nvGrpSpPr>
        <p:grpSpPr>
          <a:xfrm rot="6300000" flipH="1">
            <a:off x="-494675" y="6085850"/>
            <a:ext cx="1159398" cy="1159398"/>
            <a:chOff x="751760" y="5112007"/>
            <a:chExt cx="1035732" cy="1035732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2E0F01D3-ED61-7109-4DCA-302D4E2DBEB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558355"/>
                <a:gd name="adj2" fmla="val 1497236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D9661CB2-734E-FCE8-2085-41015BEDA798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8496833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AEF0F86-6AE3-2635-E652-A19A21D9D2CA}"/>
              </a:ext>
            </a:extLst>
          </p:cNvPr>
          <p:cNvGrpSpPr/>
          <p:nvPr userDrawn="1"/>
        </p:nvGrpSpPr>
        <p:grpSpPr>
          <a:xfrm>
            <a:off x="447093" y="1286755"/>
            <a:ext cx="4120449" cy="2424535"/>
            <a:chOff x="240632" y="1250891"/>
            <a:chExt cx="3853471" cy="2267442"/>
          </a:xfrm>
        </p:grpSpPr>
        <p:sp>
          <p:nvSpPr>
            <p:cNvPr id="41" name="Cercle : creux 40">
              <a:extLst>
                <a:ext uri="{FF2B5EF4-FFF2-40B4-BE49-F238E27FC236}">
                  <a16:creationId xmlns:a16="http://schemas.microsoft.com/office/drawing/2014/main" id="{40395FF1-2C9A-8734-C649-B3BD17B4AD07}"/>
                </a:ext>
              </a:extLst>
            </p:cNvPr>
            <p:cNvSpPr/>
            <p:nvPr/>
          </p:nvSpPr>
          <p:spPr>
            <a:xfrm>
              <a:off x="244265" y="1250891"/>
              <a:ext cx="837980" cy="837980"/>
            </a:xfrm>
            <a:prstGeom prst="donut">
              <a:avLst>
                <a:gd name="adj" fmla="val 26025"/>
              </a:avLst>
            </a:pr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E65E2D0B-4F35-DF8E-7177-C58BF796FB20}"/>
                </a:ext>
              </a:extLst>
            </p:cNvPr>
            <p:cNvSpPr/>
            <p:nvPr/>
          </p:nvSpPr>
          <p:spPr>
            <a:xfrm>
              <a:off x="240632" y="2088871"/>
              <a:ext cx="721028" cy="72102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BECFCE14-BFCB-753E-072F-D03471D9C726}"/>
                </a:ext>
              </a:extLst>
            </p:cNvPr>
            <p:cNvGrpSpPr/>
            <p:nvPr/>
          </p:nvGrpSpPr>
          <p:grpSpPr>
            <a:xfrm rot="10800000">
              <a:off x="3548706" y="2420474"/>
              <a:ext cx="545397" cy="1097859"/>
              <a:chOff x="4050320" y="3124901"/>
              <a:chExt cx="504000" cy="101453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0AE8FC72-0047-3DEE-B6B8-E6417EA9A271}"/>
                  </a:ext>
                </a:extLst>
              </p:cNvPr>
              <p:cNvSpPr/>
              <p:nvPr/>
            </p:nvSpPr>
            <p:spPr>
              <a:xfrm>
                <a:off x="4050320" y="3124901"/>
                <a:ext cx="504000" cy="101453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rgbClr val="00AAFF"/>
                  </a:gs>
                  <a:gs pos="0">
                    <a:srgbClr val="00C8A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BDD4C7A7-263B-AA4F-65FE-26CB458FBA79}"/>
                  </a:ext>
                </a:extLst>
              </p:cNvPr>
              <p:cNvSpPr/>
              <p:nvPr/>
            </p:nvSpPr>
            <p:spPr>
              <a:xfrm rot="16200000">
                <a:off x="4098190" y="3667725"/>
                <a:ext cx="408258" cy="408258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pic>
          <p:nvPicPr>
            <p:cNvPr id="46" name="Graphique 45">
              <a:extLst>
                <a:ext uri="{FF2B5EF4-FFF2-40B4-BE49-F238E27FC236}">
                  <a16:creationId xmlns:a16="http://schemas.microsoft.com/office/drawing/2014/main" id="{7C14C6B7-0009-FA25-A3D8-8E6A355EF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08675" y="2606325"/>
              <a:ext cx="216046" cy="207404"/>
            </a:xfrm>
            <a:prstGeom prst="rect">
              <a:avLst/>
            </a:prstGeom>
          </p:spPr>
        </p:pic>
      </p:grp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C5FE26F2-17D8-8D6E-B45E-4FB84245D8D4}"/>
              </a:ext>
            </a:extLst>
          </p:cNvPr>
          <p:cNvSpPr/>
          <p:nvPr/>
        </p:nvSpPr>
        <p:spPr>
          <a:xfrm rot="16200000" flipH="1">
            <a:off x="3900316" y="5814238"/>
            <a:ext cx="294399" cy="294399"/>
          </a:xfrm>
          <a:custGeom>
            <a:avLst/>
            <a:gdLst>
              <a:gd name="connsiteX0" fmla="*/ 150305 w 199263"/>
              <a:gd name="connsiteY0" fmla="*/ 0 h 199263"/>
              <a:gd name="connsiteX1" fmla="*/ 199263 w 199263"/>
              <a:gd name="connsiteY1" fmla="*/ 48959 h 199263"/>
              <a:gd name="connsiteX2" fmla="*/ 199263 w 199263"/>
              <a:gd name="connsiteY2" fmla="*/ 150305 h 199263"/>
              <a:gd name="connsiteX3" fmla="*/ 150305 w 199263"/>
              <a:gd name="connsiteY3" fmla="*/ 199263 h 199263"/>
              <a:gd name="connsiteX4" fmla="*/ 48959 w 199263"/>
              <a:gd name="connsiteY4" fmla="*/ 199263 h 199263"/>
              <a:gd name="connsiteX5" fmla="*/ 0 w 199263"/>
              <a:gd name="connsiteY5" fmla="*/ 150305 h 199263"/>
              <a:gd name="connsiteX6" fmla="*/ 0 w 199263"/>
              <a:gd name="connsiteY6" fmla="*/ 48959 h 199263"/>
              <a:gd name="connsiteX7" fmla="*/ 48959 w 199263"/>
              <a:gd name="connsiteY7" fmla="*/ 0 h 19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263" h="199263">
                <a:moveTo>
                  <a:pt x="150305" y="0"/>
                </a:moveTo>
                <a:cubicBezTo>
                  <a:pt x="177344" y="0"/>
                  <a:pt x="199263" y="21919"/>
                  <a:pt x="199263" y="48959"/>
                </a:cubicBezTo>
                <a:lnTo>
                  <a:pt x="199263" y="150305"/>
                </a:lnTo>
                <a:cubicBezTo>
                  <a:pt x="199263" y="177344"/>
                  <a:pt x="177344" y="199263"/>
                  <a:pt x="150305" y="199263"/>
                </a:cubicBezTo>
                <a:lnTo>
                  <a:pt x="48959" y="199263"/>
                </a:lnTo>
                <a:cubicBezTo>
                  <a:pt x="21919" y="199263"/>
                  <a:pt x="0" y="177344"/>
                  <a:pt x="0" y="150305"/>
                </a:cubicBezTo>
                <a:lnTo>
                  <a:pt x="0" y="48959"/>
                </a:lnTo>
                <a:cubicBezTo>
                  <a:pt x="0" y="21919"/>
                  <a:pt x="21919" y="0"/>
                  <a:pt x="48959" y="0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B3F641D2-7FE7-F85A-D0BF-EA248185E239}"/>
              </a:ext>
            </a:extLst>
          </p:cNvPr>
          <p:cNvSpPr/>
          <p:nvPr/>
        </p:nvSpPr>
        <p:spPr>
          <a:xfrm rot="16200000" flipH="1">
            <a:off x="3462376" y="6114830"/>
            <a:ext cx="294399" cy="294399"/>
          </a:xfrm>
          <a:custGeom>
            <a:avLst/>
            <a:gdLst>
              <a:gd name="connsiteX0" fmla="*/ 150305 w 199263"/>
              <a:gd name="connsiteY0" fmla="*/ 0 h 199263"/>
              <a:gd name="connsiteX1" fmla="*/ 199263 w 199263"/>
              <a:gd name="connsiteY1" fmla="*/ 48959 h 199263"/>
              <a:gd name="connsiteX2" fmla="*/ 199263 w 199263"/>
              <a:gd name="connsiteY2" fmla="*/ 150305 h 199263"/>
              <a:gd name="connsiteX3" fmla="*/ 150305 w 199263"/>
              <a:gd name="connsiteY3" fmla="*/ 199263 h 199263"/>
              <a:gd name="connsiteX4" fmla="*/ 48959 w 199263"/>
              <a:gd name="connsiteY4" fmla="*/ 199263 h 199263"/>
              <a:gd name="connsiteX5" fmla="*/ 0 w 199263"/>
              <a:gd name="connsiteY5" fmla="*/ 150305 h 199263"/>
              <a:gd name="connsiteX6" fmla="*/ 0 w 199263"/>
              <a:gd name="connsiteY6" fmla="*/ 48959 h 199263"/>
              <a:gd name="connsiteX7" fmla="*/ 48959 w 199263"/>
              <a:gd name="connsiteY7" fmla="*/ 0 h 19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263" h="199263">
                <a:moveTo>
                  <a:pt x="150305" y="0"/>
                </a:moveTo>
                <a:cubicBezTo>
                  <a:pt x="177344" y="0"/>
                  <a:pt x="199263" y="21919"/>
                  <a:pt x="199263" y="48959"/>
                </a:cubicBezTo>
                <a:lnTo>
                  <a:pt x="199263" y="150305"/>
                </a:lnTo>
                <a:cubicBezTo>
                  <a:pt x="199263" y="177344"/>
                  <a:pt x="177344" y="199263"/>
                  <a:pt x="150305" y="199263"/>
                </a:cubicBezTo>
                <a:lnTo>
                  <a:pt x="48959" y="199263"/>
                </a:lnTo>
                <a:cubicBezTo>
                  <a:pt x="21919" y="199263"/>
                  <a:pt x="0" y="177344"/>
                  <a:pt x="0" y="150305"/>
                </a:cubicBezTo>
                <a:lnTo>
                  <a:pt x="0" y="48959"/>
                </a:lnTo>
                <a:cubicBezTo>
                  <a:pt x="0" y="21919"/>
                  <a:pt x="21919" y="0"/>
                  <a:pt x="48959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934022" y="2947259"/>
            <a:ext cx="5400000" cy="278074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1600" cap="all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D6B3E68B-EFC8-7CF2-606C-EE1A1BC4EEA6}"/>
              </a:ext>
            </a:extLst>
          </p:cNvPr>
          <p:cNvSpPr/>
          <p:nvPr userDrawn="1"/>
        </p:nvSpPr>
        <p:spPr>
          <a:xfrm rot="16200000" flipH="1">
            <a:off x="3182614" y="5294116"/>
            <a:ext cx="518997" cy="518996"/>
          </a:xfrm>
          <a:custGeom>
            <a:avLst/>
            <a:gdLst>
              <a:gd name="connsiteX0" fmla="*/ 277178 w 351281"/>
              <a:gd name="connsiteY0" fmla="*/ 0 h 351281"/>
              <a:gd name="connsiteX1" fmla="*/ 351282 w 351281"/>
              <a:gd name="connsiteY1" fmla="*/ 74105 h 351281"/>
              <a:gd name="connsiteX2" fmla="*/ 351282 w 351281"/>
              <a:gd name="connsiteY2" fmla="*/ 277178 h 351281"/>
              <a:gd name="connsiteX3" fmla="*/ 277178 w 351281"/>
              <a:gd name="connsiteY3" fmla="*/ 351282 h 351281"/>
              <a:gd name="connsiteX4" fmla="*/ 74105 w 351281"/>
              <a:gd name="connsiteY4" fmla="*/ 351282 h 351281"/>
              <a:gd name="connsiteX5" fmla="*/ 0 w 351281"/>
              <a:gd name="connsiteY5" fmla="*/ 277178 h 351281"/>
              <a:gd name="connsiteX6" fmla="*/ 0 w 351281"/>
              <a:gd name="connsiteY6" fmla="*/ 74105 h 351281"/>
              <a:gd name="connsiteX7" fmla="*/ 74105 w 351281"/>
              <a:gd name="connsiteY7" fmla="*/ 0 h 351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281" h="351281">
                <a:moveTo>
                  <a:pt x="277178" y="0"/>
                </a:moveTo>
                <a:cubicBezTo>
                  <a:pt x="318104" y="0"/>
                  <a:pt x="351282" y="33178"/>
                  <a:pt x="351282" y="74105"/>
                </a:cubicBezTo>
                <a:lnTo>
                  <a:pt x="351282" y="277178"/>
                </a:lnTo>
                <a:cubicBezTo>
                  <a:pt x="351282" y="318104"/>
                  <a:pt x="318104" y="351282"/>
                  <a:pt x="277178" y="351282"/>
                </a:cubicBezTo>
                <a:lnTo>
                  <a:pt x="74105" y="351282"/>
                </a:lnTo>
                <a:cubicBezTo>
                  <a:pt x="33178" y="351282"/>
                  <a:pt x="0" y="318104"/>
                  <a:pt x="0" y="277178"/>
                </a:cubicBezTo>
                <a:lnTo>
                  <a:pt x="0" y="74105"/>
                </a:lnTo>
                <a:cubicBezTo>
                  <a:pt x="0" y="33178"/>
                  <a:pt x="33178" y="0"/>
                  <a:pt x="741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1A895940-BD8E-ED2E-4307-D8EAD70ACC66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832585" y="576026"/>
            <a:ext cx="3443363" cy="5707049"/>
          </a:xfrm>
          <a:custGeom>
            <a:avLst/>
            <a:gdLst>
              <a:gd name="connsiteX0" fmla="*/ 2459515 w 3443363"/>
              <a:gd name="connsiteY0" fmla="*/ 4718090 h 5707049"/>
              <a:gd name="connsiteX1" fmla="*/ 2350030 w 3443363"/>
              <a:gd name="connsiteY1" fmla="*/ 4827576 h 5707049"/>
              <a:gd name="connsiteX2" fmla="*/ 2350030 w 3443363"/>
              <a:gd name="connsiteY2" fmla="*/ 5127604 h 5707049"/>
              <a:gd name="connsiteX3" fmla="*/ 2459515 w 3443363"/>
              <a:gd name="connsiteY3" fmla="*/ 5237088 h 5707049"/>
              <a:gd name="connsiteX4" fmla="*/ 2759543 w 3443363"/>
              <a:gd name="connsiteY4" fmla="*/ 5237088 h 5707049"/>
              <a:gd name="connsiteX5" fmla="*/ 2869027 w 3443363"/>
              <a:gd name="connsiteY5" fmla="*/ 5127604 h 5707049"/>
              <a:gd name="connsiteX6" fmla="*/ 2869027 w 3443363"/>
              <a:gd name="connsiteY6" fmla="*/ 4827576 h 5707049"/>
              <a:gd name="connsiteX7" fmla="*/ 2759543 w 3443363"/>
              <a:gd name="connsiteY7" fmla="*/ 4718090 h 5707049"/>
              <a:gd name="connsiteX8" fmla="*/ 1721682 w 3443363"/>
              <a:gd name="connsiteY8" fmla="*/ 0 h 5707049"/>
              <a:gd name="connsiteX9" fmla="*/ 3443363 w 3443363"/>
              <a:gd name="connsiteY9" fmla="*/ 1615910 h 5707049"/>
              <a:gd name="connsiteX10" fmla="*/ 3443363 w 3443363"/>
              <a:gd name="connsiteY10" fmla="*/ 1816914 h 5707049"/>
              <a:gd name="connsiteX11" fmla="*/ 3443362 w 3443363"/>
              <a:gd name="connsiteY11" fmla="*/ 1816914 h 5707049"/>
              <a:gd name="connsiteX12" fmla="*/ 3027504 w 3443363"/>
              <a:gd name="connsiteY12" fmla="*/ 2232772 h 5707049"/>
              <a:gd name="connsiteX13" fmla="*/ 3027504 w 3443363"/>
              <a:gd name="connsiteY13" fmla="*/ 2863834 h 5707049"/>
              <a:gd name="connsiteX14" fmla="*/ 3443362 w 3443363"/>
              <a:gd name="connsiteY14" fmla="*/ 3279692 h 5707049"/>
              <a:gd name="connsiteX15" fmla="*/ 3443363 w 3443363"/>
              <a:gd name="connsiteY15" fmla="*/ 3279692 h 5707049"/>
              <a:gd name="connsiteX16" fmla="*/ 3443363 w 3443363"/>
              <a:gd name="connsiteY16" fmla="*/ 4091141 h 5707049"/>
              <a:gd name="connsiteX17" fmla="*/ 1721682 w 3443363"/>
              <a:gd name="connsiteY17" fmla="*/ 5707049 h 5707049"/>
              <a:gd name="connsiteX18" fmla="*/ 0 w 3443363"/>
              <a:gd name="connsiteY18" fmla="*/ 4091141 h 5707049"/>
              <a:gd name="connsiteX19" fmla="*/ 0 w 3443363"/>
              <a:gd name="connsiteY19" fmla="*/ 2377749 h 5707049"/>
              <a:gd name="connsiteX20" fmla="*/ 77689 w 3443363"/>
              <a:gd name="connsiteY20" fmla="*/ 2369917 h 5707049"/>
              <a:gd name="connsiteX21" fmla="*/ 385490 w 3443363"/>
              <a:gd name="connsiteY21" fmla="*/ 1992258 h 5707049"/>
              <a:gd name="connsiteX22" fmla="*/ 77689 w 3443363"/>
              <a:gd name="connsiteY22" fmla="*/ 1614599 h 5707049"/>
              <a:gd name="connsiteX23" fmla="*/ 489 w 3443363"/>
              <a:gd name="connsiteY23" fmla="*/ 1606817 h 5707049"/>
              <a:gd name="connsiteX24" fmla="*/ 8889 w 3443363"/>
              <a:gd name="connsiteY24" fmla="*/ 1450693 h 5707049"/>
              <a:gd name="connsiteX25" fmla="*/ 1721682 w 3443363"/>
              <a:gd name="connsiteY25" fmla="*/ 0 h 5707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43363" h="5707049">
                <a:moveTo>
                  <a:pt x="2459515" y="4718090"/>
                </a:moveTo>
                <a:cubicBezTo>
                  <a:pt x="2399048" y="4718090"/>
                  <a:pt x="2350030" y="4767108"/>
                  <a:pt x="2350030" y="4827576"/>
                </a:cubicBezTo>
                <a:lnTo>
                  <a:pt x="2350030" y="5127604"/>
                </a:lnTo>
                <a:cubicBezTo>
                  <a:pt x="2350030" y="5188070"/>
                  <a:pt x="2399048" y="5237088"/>
                  <a:pt x="2459515" y="5237088"/>
                </a:cubicBezTo>
                <a:lnTo>
                  <a:pt x="2759543" y="5237088"/>
                </a:lnTo>
                <a:cubicBezTo>
                  <a:pt x="2820009" y="5237088"/>
                  <a:pt x="2869027" y="5188070"/>
                  <a:pt x="2869027" y="5127604"/>
                </a:cubicBezTo>
                <a:lnTo>
                  <a:pt x="2869027" y="4827576"/>
                </a:lnTo>
                <a:cubicBezTo>
                  <a:pt x="2869027" y="4767108"/>
                  <a:pt x="2820009" y="4718090"/>
                  <a:pt x="2759543" y="4718090"/>
                </a:cubicBezTo>
                <a:close/>
                <a:moveTo>
                  <a:pt x="1721682" y="0"/>
                </a:moveTo>
                <a:cubicBezTo>
                  <a:pt x="2672541" y="0"/>
                  <a:pt x="3443363" y="723467"/>
                  <a:pt x="3443363" y="1615910"/>
                </a:cubicBezTo>
                <a:lnTo>
                  <a:pt x="3443363" y="1816914"/>
                </a:lnTo>
                <a:lnTo>
                  <a:pt x="3443362" y="1816914"/>
                </a:lnTo>
                <a:cubicBezTo>
                  <a:pt x="3213690" y="1816914"/>
                  <a:pt x="3027504" y="2003100"/>
                  <a:pt x="3027504" y="2232772"/>
                </a:cubicBezTo>
                <a:lnTo>
                  <a:pt x="3027504" y="2863834"/>
                </a:lnTo>
                <a:cubicBezTo>
                  <a:pt x="3027504" y="3093506"/>
                  <a:pt x="3213690" y="3279692"/>
                  <a:pt x="3443362" y="3279692"/>
                </a:cubicBezTo>
                <a:lnTo>
                  <a:pt x="3443363" y="3279692"/>
                </a:lnTo>
                <a:lnTo>
                  <a:pt x="3443363" y="4091141"/>
                </a:lnTo>
                <a:cubicBezTo>
                  <a:pt x="3443363" y="4983583"/>
                  <a:pt x="2672541" y="5707049"/>
                  <a:pt x="1721682" y="5707049"/>
                </a:cubicBezTo>
                <a:cubicBezTo>
                  <a:pt x="770823" y="5707049"/>
                  <a:pt x="0" y="4983583"/>
                  <a:pt x="0" y="4091141"/>
                </a:cubicBezTo>
                <a:lnTo>
                  <a:pt x="0" y="2377749"/>
                </a:lnTo>
                <a:lnTo>
                  <a:pt x="77689" y="2369917"/>
                </a:lnTo>
                <a:cubicBezTo>
                  <a:pt x="253351" y="2333972"/>
                  <a:pt x="385490" y="2178547"/>
                  <a:pt x="385490" y="1992258"/>
                </a:cubicBezTo>
                <a:cubicBezTo>
                  <a:pt x="385490" y="1805970"/>
                  <a:pt x="253351" y="1650545"/>
                  <a:pt x="77689" y="1614599"/>
                </a:cubicBezTo>
                <a:lnTo>
                  <a:pt x="489" y="1606817"/>
                </a:lnTo>
                <a:lnTo>
                  <a:pt x="8889" y="1450693"/>
                </a:lnTo>
                <a:cubicBezTo>
                  <a:pt x="97056" y="635860"/>
                  <a:pt x="830252" y="0"/>
                  <a:pt x="1721682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CD0763E-FDC9-3D59-8F7F-B3489D58CBCA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  <p:sp>
        <p:nvSpPr>
          <p:cNvPr id="4" name="Graphique 54">
            <a:extLst>
              <a:ext uri="{FF2B5EF4-FFF2-40B4-BE49-F238E27FC236}">
                <a16:creationId xmlns:a16="http://schemas.microsoft.com/office/drawing/2014/main" id="{7BA1C79E-098A-C20F-9820-935B6AE8EACC}"/>
              </a:ext>
            </a:extLst>
          </p:cNvPr>
          <p:cNvSpPr/>
          <p:nvPr userDrawn="1"/>
        </p:nvSpPr>
        <p:spPr>
          <a:xfrm>
            <a:off x="4476682" y="841357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Graphique 54">
            <a:extLst>
              <a:ext uri="{FF2B5EF4-FFF2-40B4-BE49-F238E27FC236}">
                <a16:creationId xmlns:a16="http://schemas.microsoft.com/office/drawing/2014/main" id="{1D593881-A5FB-941E-880E-C5C6E94C8F29}"/>
              </a:ext>
            </a:extLst>
          </p:cNvPr>
          <p:cNvSpPr/>
          <p:nvPr userDrawn="1"/>
        </p:nvSpPr>
        <p:spPr>
          <a:xfrm>
            <a:off x="4540302" y="1011513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2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392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A1C285CA-AC64-4302-C587-6F8B805D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1549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9D20D-6792-2AEC-7D8A-1EDD6F7CA8AC}"/>
              </a:ext>
            </a:extLst>
          </p:cNvPr>
          <p:cNvSpPr/>
          <p:nvPr userDrawn="1"/>
        </p:nvSpPr>
        <p:spPr>
          <a:xfrm>
            <a:off x="1" y="1"/>
            <a:ext cx="445668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F2E778-BA64-171E-BBC7-442607EC6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7" r="28687"/>
          <a:stretch/>
        </p:blipFill>
        <p:spPr>
          <a:xfrm>
            <a:off x="2243829" y="1130698"/>
            <a:ext cx="2763456" cy="4318485"/>
          </a:xfrm>
          <a:custGeom>
            <a:avLst/>
            <a:gdLst>
              <a:gd name="connsiteX0" fmla="*/ 1381728 w 2763456"/>
              <a:gd name="connsiteY0" fmla="*/ 0 h 4318485"/>
              <a:gd name="connsiteX1" fmla="*/ 2763456 w 2763456"/>
              <a:gd name="connsiteY1" fmla="*/ 1381728 h 4318485"/>
              <a:gd name="connsiteX2" fmla="*/ 2763456 w 2763456"/>
              <a:gd name="connsiteY2" fmla="*/ 2936757 h 4318485"/>
              <a:gd name="connsiteX3" fmla="*/ 1381728 w 2763456"/>
              <a:gd name="connsiteY3" fmla="*/ 4318485 h 4318485"/>
              <a:gd name="connsiteX4" fmla="*/ 0 w 2763456"/>
              <a:gd name="connsiteY4" fmla="*/ 2936757 h 4318485"/>
              <a:gd name="connsiteX5" fmla="*/ 0 w 2763456"/>
              <a:gd name="connsiteY5" fmla="*/ 1381728 h 4318485"/>
              <a:gd name="connsiteX6" fmla="*/ 1381728 w 2763456"/>
              <a:gd name="connsiteY6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3456" h="4318485">
                <a:moveTo>
                  <a:pt x="1381728" y="0"/>
                </a:moveTo>
                <a:cubicBezTo>
                  <a:pt x="2144835" y="0"/>
                  <a:pt x="2763456" y="618621"/>
                  <a:pt x="2763456" y="1381728"/>
                </a:cubicBezTo>
                <a:lnTo>
                  <a:pt x="2763456" y="2936757"/>
                </a:lnTo>
                <a:cubicBezTo>
                  <a:pt x="2763456" y="3699864"/>
                  <a:pt x="2144835" y="4318485"/>
                  <a:pt x="1381728" y="4318485"/>
                </a:cubicBezTo>
                <a:cubicBezTo>
                  <a:pt x="618621" y="4318485"/>
                  <a:pt x="0" y="3699864"/>
                  <a:pt x="0" y="2936757"/>
                </a:cubicBezTo>
                <a:lnTo>
                  <a:pt x="0" y="1381728"/>
                </a:lnTo>
                <a:cubicBezTo>
                  <a:pt x="0" y="618621"/>
                  <a:pt x="618621" y="0"/>
                  <a:pt x="1381728" y="0"/>
                </a:cubicBezTo>
                <a:close/>
              </a:path>
            </a:pathLst>
          </a:cu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AA7D021-22C2-9E0E-98EE-F3DB411BB6E6}"/>
              </a:ext>
            </a:extLst>
          </p:cNvPr>
          <p:cNvSpPr/>
          <p:nvPr userDrawn="1"/>
        </p:nvSpPr>
        <p:spPr>
          <a:xfrm>
            <a:off x="514805" y="1083696"/>
            <a:ext cx="2219325" cy="720000"/>
          </a:xfrm>
          <a:prstGeom prst="roundRect">
            <a:avLst>
              <a:gd name="adj" fmla="val 1779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DAB97E6-8667-3DFF-9728-A223E1DD2C6D}"/>
              </a:ext>
            </a:extLst>
          </p:cNvPr>
          <p:cNvGrpSpPr/>
          <p:nvPr userDrawn="1"/>
        </p:nvGrpSpPr>
        <p:grpSpPr>
          <a:xfrm>
            <a:off x="2734130" y="1443696"/>
            <a:ext cx="511672" cy="681104"/>
            <a:chOff x="1674416" y="4498790"/>
            <a:chExt cx="511672" cy="681104"/>
          </a:xfrm>
          <a:solidFill>
            <a:schemeClr val="bg1"/>
          </a:solidFill>
        </p:grpSpPr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BACE376-7CD7-01C5-B8BF-61225666AFAC}"/>
                </a:ext>
              </a:extLst>
            </p:cNvPr>
            <p:cNvSpPr/>
            <p:nvPr/>
          </p:nvSpPr>
          <p:spPr>
            <a:xfrm rot="10800000">
              <a:off x="1674416" y="4980631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844CD916-A020-304E-8DF2-D1B2C23A8FB9}"/>
                </a:ext>
              </a:extLst>
            </p:cNvPr>
            <p:cNvSpPr/>
            <p:nvPr/>
          </p:nvSpPr>
          <p:spPr>
            <a:xfrm rot="10800000">
              <a:off x="1834807" y="4498790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</p:grpSp>
      <p:sp>
        <p:nvSpPr>
          <p:cNvPr id="84" name="Graphique 80">
            <a:extLst>
              <a:ext uri="{FF2B5EF4-FFF2-40B4-BE49-F238E27FC236}">
                <a16:creationId xmlns:a16="http://schemas.microsoft.com/office/drawing/2014/main" id="{4601876D-1F83-C224-2A66-DA813CC3C62F}"/>
              </a:ext>
            </a:extLst>
          </p:cNvPr>
          <p:cNvSpPr/>
          <p:nvPr/>
        </p:nvSpPr>
        <p:spPr>
          <a:xfrm>
            <a:off x="64" y="2441124"/>
            <a:ext cx="1763703" cy="482708"/>
          </a:xfrm>
          <a:custGeom>
            <a:avLst/>
            <a:gdLst>
              <a:gd name="connsiteX0" fmla="*/ 1745385 w 1763703"/>
              <a:gd name="connsiteY0" fmla="*/ 482709 h 482708"/>
              <a:gd name="connsiteX1" fmla="*/ 18187 w 1763703"/>
              <a:gd name="connsiteY1" fmla="*/ 482709 h 482708"/>
              <a:gd name="connsiteX2" fmla="*/ 13210 w 1763703"/>
              <a:gd name="connsiteY2" fmla="*/ 447092 h 482708"/>
              <a:gd name="connsiteX3" fmla="*/ 171827 w 1763703"/>
              <a:gd name="connsiteY3" fmla="*/ 401963 h 482708"/>
              <a:gd name="connsiteX4" fmla="*/ 184326 w 1763703"/>
              <a:gd name="connsiteY4" fmla="*/ 389574 h 482708"/>
              <a:gd name="connsiteX5" fmla="*/ 318497 w 1763703"/>
              <a:gd name="connsiteY5" fmla="*/ 236598 h 482708"/>
              <a:gd name="connsiteX6" fmla="*/ 455987 w 1763703"/>
              <a:gd name="connsiteY6" fmla="*/ 303186 h 482708"/>
              <a:gd name="connsiteX7" fmla="*/ 486959 w 1763703"/>
              <a:gd name="connsiteY7" fmla="*/ 292125 h 482708"/>
              <a:gd name="connsiteX8" fmla="*/ 734507 w 1763703"/>
              <a:gd name="connsiteY8" fmla="*/ 0 h 482708"/>
              <a:gd name="connsiteX9" fmla="*/ 1031388 w 1763703"/>
              <a:gd name="connsiteY9" fmla="*/ 281838 h 482708"/>
              <a:gd name="connsiteX10" fmla="*/ 1064461 w 1763703"/>
              <a:gd name="connsiteY10" fmla="*/ 285931 h 482708"/>
              <a:gd name="connsiteX11" fmla="*/ 1240776 w 1763703"/>
              <a:gd name="connsiteY11" fmla="*/ 164922 h 482708"/>
              <a:gd name="connsiteX12" fmla="*/ 1427045 w 1763703"/>
              <a:gd name="connsiteY12" fmla="*/ 365129 h 482708"/>
              <a:gd name="connsiteX13" fmla="*/ 1440429 w 1763703"/>
              <a:gd name="connsiteY13" fmla="*/ 377517 h 482708"/>
              <a:gd name="connsiteX14" fmla="*/ 1749478 w 1763703"/>
              <a:gd name="connsiteY14" fmla="*/ 446760 h 482708"/>
              <a:gd name="connsiteX15" fmla="*/ 1745496 w 1763703"/>
              <a:gd name="connsiteY15" fmla="*/ 482709 h 48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63703" h="482708">
                <a:moveTo>
                  <a:pt x="1745385" y="482709"/>
                </a:moveTo>
                <a:lnTo>
                  <a:pt x="18187" y="482709"/>
                </a:lnTo>
                <a:cubicBezTo>
                  <a:pt x="-2940" y="482709"/>
                  <a:pt x="-7032" y="452844"/>
                  <a:pt x="13210" y="447092"/>
                </a:cubicBezTo>
                <a:lnTo>
                  <a:pt x="171827" y="401963"/>
                </a:lnTo>
                <a:cubicBezTo>
                  <a:pt x="177910" y="400193"/>
                  <a:pt x="182556" y="395547"/>
                  <a:pt x="184326" y="389574"/>
                </a:cubicBezTo>
                <a:cubicBezTo>
                  <a:pt x="194281" y="354731"/>
                  <a:pt x="234211" y="236598"/>
                  <a:pt x="318497" y="236598"/>
                </a:cubicBezTo>
                <a:cubicBezTo>
                  <a:pt x="378891" y="236598"/>
                  <a:pt x="427450" y="274096"/>
                  <a:pt x="455987" y="303186"/>
                </a:cubicBezTo>
                <a:cubicBezTo>
                  <a:pt x="466827" y="314137"/>
                  <a:pt x="485410" y="307500"/>
                  <a:pt x="486959" y="292125"/>
                </a:cubicBezTo>
                <a:cubicBezTo>
                  <a:pt x="496361" y="200428"/>
                  <a:pt x="539278" y="0"/>
                  <a:pt x="734507" y="0"/>
                </a:cubicBezTo>
                <a:cubicBezTo>
                  <a:pt x="929736" y="0"/>
                  <a:pt x="1004952" y="190363"/>
                  <a:pt x="1031388" y="281838"/>
                </a:cubicBezTo>
                <a:cubicBezTo>
                  <a:pt x="1035813" y="297213"/>
                  <a:pt x="1056386" y="299757"/>
                  <a:pt x="1064461" y="285931"/>
                </a:cubicBezTo>
                <a:cubicBezTo>
                  <a:pt x="1092888" y="237041"/>
                  <a:pt x="1150295" y="164922"/>
                  <a:pt x="1240776" y="164922"/>
                </a:cubicBezTo>
                <a:cubicBezTo>
                  <a:pt x="1359462" y="164922"/>
                  <a:pt x="1414546" y="323207"/>
                  <a:pt x="1427045" y="365129"/>
                </a:cubicBezTo>
                <a:cubicBezTo>
                  <a:pt x="1428926" y="371434"/>
                  <a:pt x="1434014" y="376190"/>
                  <a:pt x="1440429" y="377517"/>
                </a:cubicBezTo>
                <a:lnTo>
                  <a:pt x="1749478" y="446760"/>
                </a:lnTo>
                <a:cubicBezTo>
                  <a:pt x="1770715" y="451517"/>
                  <a:pt x="1767175" y="482709"/>
                  <a:pt x="1745496" y="48270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52D4DF4-3AD0-5E7A-6F71-FAD1C0F1FBA1}"/>
              </a:ext>
            </a:extLst>
          </p:cNvPr>
          <p:cNvSpPr/>
          <p:nvPr userDrawn="1"/>
        </p:nvSpPr>
        <p:spPr>
          <a:xfrm>
            <a:off x="5011033" y="1025428"/>
            <a:ext cx="1121036" cy="232230"/>
          </a:xfrm>
          <a:custGeom>
            <a:avLst/>
            <a:gdLst>
              <a:gd name="connsiteX0" fmla="*/ 1118269 w 1247481"/>
              <a:gd name="connsiteY0" fmla="*/ 0 h 258424"/>
              <a:gd name="connsiteX1" fmla="*/ 1247481 w 1247481"/>
              <a:gd name="connsiteY1" fmla="*/ 129212 h 258424"/>
              <a:gd name="connsiteX2" fmla="*/ 1118269 w 1247481"/>
              <a:gd name="connsiteY2" fmla="*/ 258424 h 258424"/>
              <a:gd name="connsiteX3" fmla="*/ 989057 w 1247481"/>
              <a:gd name="connsiteY3" fmla="*/ 129212 h 258424"/>
              <a:gd name="connsiteX4" fmla="*/ 1118269 w 1247481"/>
              <a:gd name="connsiteY4" fmla="*/ 0 h 258424"/>
              <a:gd name="connsiteX5" fmla="*/ 623741 w 1247481"/>
              <a:gd name="connsiteY5" fmla="*/ 0 h 258424"/>
              <a:gd name="connsiteX6" fmla="*/ 752953 w 1247481"/>
              <a:gd name="connsiteY6" fmla="*/ 129212 h 258424"/>
              <a:gd name="connsiteX7" fmla="*/ 623741 w 1247481"/>
              <a:gd name="connsiteY7" fmla="*/ 258424 h 258424"/>
              <a:gd name="connsiteX8" fmla="*/ 494529 w 1247481"/>
              <a:gd name="connsiteY8" fmla="*/ 129212 h 258424"/>
              <a:gd name="connsiteX9" fmla="*/ 623741 w 1247481"/>
              <a:gd name="connsiteY9" fmla="*/ 0 h 258424"/>
              <a:gd name="connsiteX10" fmla="*/ 129212 w 1247481"/>
              <a:gd name="connsiteY10" fmla="*/ 0 h 258424"/>
              <a:gd name="connsiteX11" fmla="*/ 258424 w 1247481"/>
              <a:gd name="connsiteY11" fmla="*/ 129212 h 258424"/>
              <a:gd name="connsiteX12" fmla="*/ 129212 w 1247481"/>
              <a:gd name="connsiteY12" fmla="*/ 258424 h 258424"/>
              <a:gd name="connsiteX13" fmla="*/ 0 w 1247481"/>
              <a:gd name="connsiteY13" fmla="*/ 129212 h 258424"/>
              <a:gd name="connsiteX14" fmla="*/ 129212 w 1247481"/>
              <a:gd name="connsiteY14" fmla="*/ 0 h 2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7481" h="258424">
                <a:moveTo>
                  <a:pt x="1118269" y="0"/>
                </a:moveTo>
                <a:cubicBezTo>
                  <a:pt x="1189631" y="0"/>
                  <a:pt x="1247481" y="57850"/>
                  <a:pt x="1247481" y="129212"/>
                </a:cubicBezTo>
                <a:cubicBezTo>
                  <a:pt x="1247481" y="200574"/>
                  <a:pt x="1189631" y="258424"/>
                  <a:pt x="1118269" y="258424"/>
                </a:cubicBezTo>
                <a:cubicBezTo>
                  <a:pt x="1046907" y="258424"/>
                  <a:pt x="989057" y="200574"/>
                  <a:pt x="989057" y="129212"/>
                </a:cubicBezTo>
                <a:cubicBezTo>
                  <a:pt x="989057" y="57850"/>
                  <a:pt x="1046907" y="0"/>
                  <a:pt x="1118269" y="0"/>
                </a:cubicBezTo>
                <a:close/>
                <a:moveTo>
                  <a:pt x="623741" y="0"/>
                </a:moveTo>
                <a:cubicBezTo>
                  <a:pt x="695103" y="0"/>
                  <a:pt x="752953" y="57850"/>
                  <a:pt x="752953" y="129212"/>
                </a:cubicBezTo>
                <a:cubicBezTo>
                  <a:pt x="752953" y="200574"/>
                  <a:pt x="695103" y="258424"/>
                  <a:pt x="623741" y="258424"/>
                </a:cubicBezTo>
                <a:cubicBezTo>
                  <a:pt x="552379" y="258424"/>
                  <a:pt x="494529" y="200574"/>
                  <a:pt x="494529" y="129212"/>
                </a:cubicBezTo>
                <a:cubicBezTo>
                  <a:pt x="494529" y="57850"/>
                  <a:pt x="552379" y="0"/>
                  <a:pt x="623741" y="0"/>
                </a:cubicBezTo>
                <a:close/>
                <a:moveTo>
                  <a:pt x="129212" y="0"/>
                </a:moveTo>
                <a:cubicBezTo>
                  <a:pt x="200574" y="0"/>
                  <a:pt x="258424" y="57850"/>
                  <a:pt x="258424" y="129212"/>
                </a:cubicBezTo>
                <a:cubicBezTo>
                  <a:pt x="258424" y="200574"/>
                  <a:pt x="200574" y="258424"/>
                  <a:pt x="129212" y="258424"/>
                </a:cubicBezTo>
                <a:cubicBezTo>
                  <a:pt x="57850" y="258424"/>
                  <a:pt x="0" y="200574"/>
                  <a:pt x="0" y="129212"/>
                </a:cubicBezTo>
                <a:cubicBezTo>
                  <a:pt x="0" y="57850"/>
                  <a:pt x="57850" y="0"/>
                  <a:pt x="12921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Forme libre : forme 55">
            <a:extLst>
              <a:ext uri="{FF2B5EF4-FFF2-40B4-BE49-F238E27FC236}">
                <a16:creationId xmlns:a16="http://schemas.microsoft.com/office/drawing/2014/main" id="{6C7A191C-93EF-87CF-C58D-F453A511AA6B}"/>
              </a:ext>
            </a:extLst>
          </p:cNvPr>
          <p:cNvSpPr/>
          <p:nvPr userDrawn="1"/>
        </p:nvSpPr>
        <p:spPr>
          <a:xfrm>
            <a:off x="11773010" y="6439010"/>
            <a:ext cx="418990" cy="418990"/>
          </a:xfrm>
          <a:custGeom>
            <a:avLst/>
            <a:gdLst>
              <a:gd name="connsiteX0" fmla="*/ 418990 w 418990"/>
              <a:gd name="connsiteY0" fmla="*/ 0 h 418990"/>
              <a:gd name="connsiteX1" fmla="*/ 418990 w 418990"/>
              <a:gd name="connsiteY1" fmla="*/ 218084 h 418990"/>
              <a:gd name="connsiteX2" fmla="*/ 218084 w 418990"/>
              <a:gd name="connsiteY2" fmla="*/ 418990 h 418990"/>
              <a:gd name="connsiteX3" fmla="*/ 0 w 418990"/>
              <a:gd name="connsiteY3" fmla="*/ 418990 h 418990"/>
              <a:gd name="connsiteX4" fmla="*/ 418990 w 418990"/>
              <a:gd name="connsiteY4" fmla="*/ 0 h 41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990" h="418990">
                <a:moveTo>
                  <a:pt x="418990" y="0"/>
                </a:moveTo>
                <a:lnTo>
                  <a:pt x="418990" y="218084"/>
                </a:lnTo>
                <a:cubicBezTo>
                  <a:pt x="308033" y="218084"/>
                  <a:pt x="218084" y="308033"/>
                  <a:pt x="218084" y="418990"/>
                </a:cubicBezTo>
                <a:lnTo>
                  <a:pt x="0" y="418990"/>
                </a:lnTo>
                <a:cubicBezTo>
                  <a:pt x="0" y="187588"/>
                  <a:pt x="187588" y="0"/>
                  <a:pt x="418990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F6B4B6A-E7B5-5CE1-A29E-07C643A704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5" r="26265"/>
          <a:stretch/>
        </p:blipFill>
        <p:spPr>
          <a:xfrm>
            <a:off x="837832" y="3617712"/>
            <a:ext cx="1895590" cy="2661423"/>
          </a:xfrm>
          <a:custGeom>
            <a:avLst/>
            <a:gdLst>
              <a:gd name="connsiteX0" fmla="*/ 947795 w 1895590"/>
              <a:gd name="connsiteY0" fmla="*/ 0 h 2661423"/>
              <a:gd name="connsiteX1" fmla="*/ 1895590 w 1895590"/>
              <a:gd name="connsiteY1" fmla="*/ 947795 h 2661423"/>
              <a:gd name="connsiteX2" fmla="*/ 1895589 w 1895590"/>
              <a:gd name="connsiteY2" fmla="*/ 1713628 h 2661423"/>
              <a:gd name="connsiteX3" fmla="*/ 947794 w 1895590"/>
              <a:gd name="connsiteY3" fmla="*/ 2661423 h 2661423"/>
              <a:gd name="connsiteX4" fmla="*/ 947795 w 1895590"/>
              <a:gd name="connsiteY4" fmla="*/ 2661422 h 2661423"/>
              <a:gd name="connsiteX5" fmla="*/ 0 w 1895590"/>
              <a:gd name="connsiteY5" fmla="*/ 1713627 h 2661423"/>
              <a:gd name="connsiteX6" fmla="*/ 0 w 1895590"/>
              <a:gd name="connsiteY6" fmla="*/ 947795 h 2661423"/>
              <a:gd name="connsiteX7" fmla="*/ 947795 w 1895590"/>
              <a:gd name="connsiteY7" fmla="*/ 0 h 26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5590" h="2661423">
                <a:moveTo>
                  <a:pt x="947795" y="0"/>
                </a:moveTo>
                <a:cubicBezTo>
                  <a:pt x="1471248" y="0"/>
                  <a:pt x="1895590" y="424342"/>
                  <a:pt x="1895590" y="947795"/>
                </a:cubicBezTo>
                <a:cubicBezTo>
                  <a:pt x="1895590" y="1203073"/>
                  <a:pt x="1895589" y="1458350"/>
                  <a:pt x="1895589" y="1713628"/>
                </a:cubicBezTo>
                <a:cubicBezTo>
                  <a:pt x="1895589" y="2237081"/>
                  <a:pt x="1471247" y="2661423"/>
                  <a:pt x="947794" y="2661423"/>
                </a:cubicBezTo>
                <a:lnTo>
                  <a:pt x="947795" y="2661422"/>
                </a:lnTo>
                <a:cubicBezTo>
                  <a:pt x="424342" y="2661422"/>
                  <a:pt x="0" y="2237080"/>
                  <a:pt x="0" y="1713627"/>
                </a:cubicBezTo>
                <a:lnTo>
                  <a:pt x="0" y="947795"/>
                </a:lnTo>
                <a:cubicBezTo>
                  <a:pt x="0" y="424342"/>
                  <a:pt x="424342" y="0"/>
                  <a:pt x="947795" y="0"/>
                </a:cubicBezTo>
                <a:close/>
              </a:path>
            </a:pathLst>
          </a:cu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DB464BBF-418F-B694-1AFF-B5250EEA21EC}"/>
              </a:ext>
            </a:extLst>
          </p:cNvPr>
          <p:cNvGrpSpPr/>
          <p:nvPr userDrawn="1"/>
        </p:nvGrpSpPr>
        <p:grpSpPr>
          <a:xfrm rot="2700000" flipH="1">
            <a:off x="2293776" y="4724002"/>
            <a:ext cx="879304" cy="879304"/>
            <a:chOff x="751760" y="5112007"/>
            <a:chExt cx="1035732" cy="1035732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1FAA1C39-97F9-6E33-E090-BAE1750B0D71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72EB4B3A-E6B4-0137-027D-146185F930C2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D7820531-2941-0C3D-9D7C-7052000DC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805" y="489448"/>
            <a:ext cx="3701595" cy="1329595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SOM-</a:t>
            </a:r>
            <a:br>
              <a:rPr lang="fr-FR"/>
            </a:br>
            <a:r>
              <a:rPr lang="fr-FR"/>
              <a:t>MAIRE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F77E03B-A410-F4F2-93B2-B5346C9C46A9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02412009-300E-60EC-7D03-F358B653C5E5}"/>
              </a:ext>
            </a:extLst>
          </p:cNvPr>
          <p:cNvSpPr/>
          <p:nvPr userDrawn="1"/>
        </p:nvSpPr>
        <p:spPr>
          <a:xfrm>
            <a:off x="8879627" y="1863502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29421B04-61D2-2330-B905-B8CB7198C2E7}"/>
              </a:ext>
            </a:extLst>
          </p:cNvPr>
          <p:cNvSpPr/>
          <p:nvPr userDrawn="1"/>
        </p:nvSpPr>
        <p:spPr>
          <a:xfrm>
            <a:off x="5598242" y="3451314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FE2DF41-10D1-67AD-6AEC-1A798BE5A087}"/>
              </a:ext>
            </a:extLst>
          </p:cNvPr>
          <p:cNvSpPr/>
          <p:nvPr userDrawn="1"/>
        </p:nvSpPr>
        <p:spPr>
          <a:xfrm>
            <a:off x="8879627" y="345131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578FDC5-6B9B-38FC-6FE9-09A2AECB0FAF}"/>
              </a:ext>
            </a:extLst>
          </p:cNvPr>
          <p:cNvSpPr/>
          <p:nvPr userDrawn="1"/>
        </p:nvSpPr>
        <p:spPr>
          <a:xfrm>
            <a:off x="5598242" y="504092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4B1C5839-89F3-9D65-BC65-D9FD07ADDD96}"/>
              </a:ext>
            </a:extLst>
          </p:cNvPr>
          <p:cNvSpPr/>
          <p:nvPr userDrawn="1"/>
        </p:nvSpPr>
        <p:spPr>
          <a:xfrm>
            <a:off x="8879627" y="5040926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708EE07F-5374-A8CD-B6C4-7BF11BA771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1549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88E0C3F2-177F-401C-8CC6-2038D50BF0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22934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BF05DF37-0A08-0014-3703-81522C732A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41549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37352667-1F67-62A5-F7B4-C7108417B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22934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F8096409-C633-F08E-9951-545B3BC395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2934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67" name="Espace réservé du texte 65">
            <a:extLst>
              <a:ext uri="{FF2B5EF4-FFF2-40B4-BE49-F238E27FC236}">
                <a16:creationId xmlns:a16="http://schemas.microsoft.com/office/drawing/2014/main" id="{691C8640-7C64-6F47-4F0A-52B7AF2985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41549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1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69" name="Espace réservé du texte 65">
            <a:extLst>
              <a:ext uri="{FF2B5EF4-FFF2-40B4-BE49-F238E27FC236}">
                <a16:creationId xmlns:a16="http://schemas.microsoft.com/office/drawing/2014/main" id="{8411CA00-F003-FE13-8AEE-938F56A1EB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22280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2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2" name="Espace réservé du texte 65">
            <a:extLst>
              <a:ext uri="{FF2B5EF4-FFF2-40B4-BE49-F238E27FC236}">
                <a16:creationId xmlns:a16="http://schemas.microsoft.com/office/drawing/2014/main" id="{2D7155C6-2935-EE39-59E5-44C5A20E7D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41549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3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3" name="Espace réservé du texte 65">
            <a:extLst>
              <a:ext uri="{FF2B5EF4-FFF2-40B4-BE49-F238E27FC236}">
                <a16:creationId xmlns:a16="http://schemas.microsoft.com/office/drawing/2014/main" id="{363540A9-52F7-4D65-2E1F-FBEC40729D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22280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4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6" name="Espace réservé du texte 65">
            <a:extLst>
              <a:ext uri="{FF2B5EF4-FFF2-40B4-BE49-F238E27FC236}">
                <a16:creationId xmlns:a16="http://schemas.microsoft.com/office/drawing/2014/main" id="{85E1093C-CF18-8CD1-6604-28F8D3854F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41549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5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7" name="Espace réservé du texte 65">
            <a:extLst>
              <a:ext uri="{FF2B5EF4-FFF2-40B4-BE49-F238E27FC236}">
                <a16:creationId xmlns:a16="http://schemas.microsoft.com/office/drawing/2014/main" id="{1717A058-1092-2434-7983-7453C5C3E4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2280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6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85D09D13-26D1-654C-91DF-09B6FF1AF965}"/>
              </a:ext>
            </a:extLst>
          </p:cNvPr>
          <p:cNvSpPr/>
          <p:nvPr userDrawn="1"/>
        </p:nvSpPr>
        <p:spPr>
          <a:xfrm>
            <a:off x="11403592" y="1984348"/>
            <a:ext cx="788408" cy="323846"/>
          </a:xfrm>
          <a:custGeom>
            <a:avLst/>
            <a:gdLst>
              <a:gd name="connsiteX0" fmla="*/ 492774 w 788408"/>
              <a:gd name="connsiteY0" fmla="*/ 0 h 323846"/>
              <a:gd name="connsiteX1" fmla="*/ 691948 w 788408"/>
              <a:gd name="connsiteY1" fmla="*/ 189083 h 323846"/>
              <a:gd name="connsiteX2" fmla="*/ 714137 w 788408"/>
              <a:gd name="connsiteY2" fmla="*/ 191829 h 323846"/>
              <a:gd name="connsiteX3" fmla="*/ 757669 w 788408"/>
              <a:gd name="connsiteY3" fmla="*/ 138937 h 323846"/>
              <a:gd name="connsiteX4" fmla="*/ 788408 w 788408"/>
              <a:gd name="connsiteY4" fmla="*/ 120298 h 323846"/>
              <a:gd name="connsiteX5" fmla="*/ 788408 w 788408"/>
              <a:gd name="connsiteY5" fmla="*/ 323846 h 323846"/>
              <a:gd name="connsiteX6" fmla="*/ 12202 w 788408"/>
              <a:gd name="connsiteY6" fmla="*/ 323846 h 323846"/>
              <a:gd name="connsiteX7" fmla="*/ 8862 w 788408"/>
              <a:gd name="connsiteY7" fmla="*/ 299950 h 323846"/>
              <a:gd name="connsiteX8" fmla="*/ 115277 w 788408"/>
              <a:gd name="connsiteY8" fmla="*/ 269673 h 323846"/>
              <a:gd name="connsiteX9" fmla="*/ 123662 w 788408"/>
              <a:gd name="connsiteY9" fmla="*/ 261362 h 323846"/>
              <a:gd name="connsiteX10" fmla="*/ 213677 w 788408"/>
              <a:gd name="connsiteY10" fmla="*/ 158732 h 323846"/>
              <a:gd name="connsiteX11" fmla="*/ 305918 w 788408"/>
              <a:gd name="connsiteY11" fmla="*/ 203405 h 323846"/>
              <a:gd name="connsiteX12" fmla="*/ 326696 w 788408"/>
              <a:gd name="connsiteY12" fmla="*/ 195984 h 323846"/>
              <a:gd name="connsiteX13" fmla="*/ 492774 w 788408"/>
              <a:gd name="connsiteY13" fmla="*/ 0 h 323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8408" h="323846">
                <a:moveTo>
                  <a:pt x="492774" y="0"/>
                </a:moveTo>
                <a:cubicBezTo>
                  <a:pt x="623751" y="0"/>
                  <a:pt x="674213" y="127713"/>
                  <a:pt x="691948" y="189083"/>
                </a:cubicBezTo>
                <a:cubicBezTo>
                  <a:pt x="694917" y="199398"/>
                  <a:pt x="708719" y="201105"/>
                  <a:pt x="714137" y="191829"/>
                </a:cubicBezTo>
                <a:cubicBezTo>
                  <a:pt x="723673" y="175429"/>
                  <a:pt x="738069" y="155133"/>
                  <a:pt x="757669" y="138937"/>
                </a:cubicBezTo>
                <a:lnTo>
                  <a:pt x="788408" y="120298"/>
                </a:lnTo>
                <a:lnTo>
                  <a:pt x="788408" y="323846"/>
                </a:lnTo>
                <a:lnTo>
                  <a:pt x="12202" y="323846"/>
                </a:lnTo>
                <a:cubicBezTo>
                  <a:pt x="-1972" y="323846"/>
                  <a:pt x="-4718" y="303809"/>
                  <a:pt x="8862" y="299950"/>
                </a:cubicBezTo>
                <a:lnTo>
                  <a:pt x="115277" y="269673"/>
                </a:lnTo>
                <a:cubicBezTo>
                  <a:pt x="119358" y="268486"/>
                  <a:pt x="122475" y="265369"/>
                  <a:pt x="123662" y="261362"/>
                </a:cubicBezTo>
                <a:cubicBezTo>
                  <a:pt x="130341" y="237986"/>
                  <a:pt x="157130" y="158732"/>
                  <a:pt x="213677" y="158732"/>
                </a:cubicBezTo>
                <a:cubicBezTo>
                  <a:pt x="254194" y="158732"/>
                  <a:pt x="286772" y="183888"/>
                  <a:pt x="305918" y="203405"/>
                </a:cubicBezTo>
                <a:cubicBezTo>
                  <a:pt x="313190" y="210752"/>
                  <a:pt x="325657" y="206299"/>
                  <a:pt x="326696" y="195984"/>
                </a:cubicBezTo>
                <a:cubicBezTo>
                  <a:pt x="333004" y="134466"/>
                  <a:pt x="361796" y="0"/>
                  <a:pt x="492774" y="0"/>
                </a:cubicBezTo>
                <a:close/>
              </a:path>
            </a:pathLst>
          </a:custGeom>
          <a:solidFill>
            <a:schemeClr val="bg2"/>
          </a:solidFill>
          <a:ln w="136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948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[photos modifiable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A1C285CA-AC64-4302-C587-6F8B805D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1549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9D20D-6792-2AEC-7D8A-1EDD6F7CA8AC}"/>
              </a:ext>
            </a:extLst>
          </p:cNvPr>
          <p:cNvSpPr/>
          <p:nvPr userDrawn="1"/>
        </p:nvSpPr>
        <p:spPr>
          <a:xfrm>
            <a:off x="1" y="1"/>
            <a:ext cx="445668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Graphique 80">
            <a:extLst>
              <a:ext uri="{FF2B5EF4-FFF2-40B4-BE49-F238E27FC236}">
                <a16:creationId xmlns:a16="http://schemas.microsoft.com/office/drawing/2014/main" id="{4601876D-1F83-C224-2A66-DA813CC3C62F}"/>
              </a:ext>
            </a:extLst>
          </p:cNvPr>
          <p:cNvSpPr/>
          <p:nvPr userDrawn="1"/>
        </p:nvSpPr>
        <p:spPr>
          <a:xfrm>
            <a:off x="64" y="2441124"/>
            <a:ext cx="1763703" cy="482708"/>
          </a:xfrm>
          <a:custGeom>
            <a:avLst/>
            <a:gdLst>
              <a:gd name="connsiteX0" fmla="*/ 1745385 w 1763703"/>
              <a:gd name="connsiteY0" fmla="*/ 482709 h 482708"/>
              <a:gd name="connsiteX1" fmla="*/ 18187 w 1763703"/>
              <a:gd name="connsiteY1" fmla="*/ 482709 h 482708"/>
              <a:gd name="connsiteX2" fmla="*/ 13210 w 1763703"/>
              <a:gd name="connsiteY2" fmla="*/ 447092 h 482708"/>
              <a:gd name="connsiteX3" fmla="*/ 171827 w 1763703"/>
              <a:gd name="connsiteY3" fmla="*/ 401963 h 482708"/>
              <a:gd name="connsiteX4" fmla="*/ 184326 w 1763703"/>
              <a:gd name="connsiteY4" fmla="*/ 389574 h 482708"/>
              <a:gd name="connsiteX5" fmla="*/ 318497 w 1763703"/>
              <a:gd name="connsiteY5" fmla="*/ 236598 h 482708"/>
              <a:gd name="connsiteX6" fmla="*/ 455987 w 1763703"/>
              <a:gd name="connsiteY6" fmla="*/ 303186 h 482708"/>
              <a:gd name="connsiteX7" fmla="*/ 486959 w 1763703"/>
              <a:gd name="connsiteY7" fmla="*/ 292125 h 482708"/>
              <a:gd name="connsiteX8" fmla="*/ 734507 w 1763703"/>
              <a:gd name="connsiteY8" fmla="*/ 0 h 482708"/>
              <a:gd name="connsiteX9" fmla="*/ 1031388 w 1763703"/>
              <a:gd name="connsiteY9" fmla="*/ 281838 h 482708"/>
              <a:gd name="connsiteX10" fmla="*/ 1064461 w 1763703"/>
              <a:gd name="connsiteY10" fmla="*/ 285931 h 482708"/>
              <a:gd name="connsiteX11" fmla="*/ 1240776 w 1763703"/>
              <a:gd name="connsiteY11" fmla="*/ 164922 h 482708"/>
              <a:gd name="connsiteX12" fmla="*/ 1427045 w 1763703"/>
              <a:gd name="connsiteY12" fmla="*/ 365129 h 482708"/>
              <a:gd name="connsiteX13" fmla="*/ 1440429 w 1763703"/>
              <a:gd name="connsiteY13" fmla="*/ 377517 h 482708"/>
              <a:gd name="connsiteX14" fmla="*/ 1749478 w 1763703"/>
              <a:gd name="connsiteY14" fmla="*/ 446760 h 482708"/>
              <a:gd name="connsiteX15" fmla="*/ 1745496 w 1763703"/>
              <a:gd name="connsiteY15" fmla="*/ 482709 h 48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63703" h="482708">
                <a:moveTo>
                  <a:pt x="1745385" y="482709"/>
                </a:moveTo>
                <a:lnTo>
                  <a:pt x="18187" y="482709"/>
                </a:lnTo>
                <a:cubicBezTo>
                  <a:pt x="-2940" y="482709"/>
                  <a:pt x="-7032" y="452844"/>
                  <a:pt x="13210" y="447092"/>
                </a:cubicBezTo>
                <a:lnTo>
                  <a:pt x="171827" y="401963"/>
                </a:lnTo>
                <a:cubicBezTo>
                  <a:pt x="177910" y="400193"/>
                  <a:pt x="182556" y="395547"/>
                  <a:pt x="184326" y="389574"/>
                </a:cubicBezTo>
                <a:cubicBezTo>
                  <a:pt x="194281" y="354731"/>
                  <a:pt x="234211" y="236598"/>
                  <a:pt x="318497" y="236598"/>
                </a:cubicBezTo>
                <a:cubicBezTo>
                  <a:pt x="378891" y="236598"/>
                  <a:pt x="427450" y="274096"/>
                  <a:pt x="455987" y="303186"/>
                </a:cubicBezTo>
                <a:cubicBezTo>
                  <a:pt x="466827" y="314137"/>
                  <a:pt x="485410" y="307500"/>
                  <a:pt x="486959" y="292125"/>
                </a:cubicBezTo>
                <a:cubicBezTo>
                  <a:pt x="496361" y="200428"/>
                  <a:pt x="539278" y="0"/>
                  <a:pt x="734507" y="0"/>
                </a:cubicBezTo>
                <a:cubicBezTo>
                  <a:pt x="929736" y="0"/>
                  <a:pt x="1004952" y="190363"/>
                  <a:pt x="1031388" y="281838"/>
                </a:cubicBezTo>
                <a:cubicBezTo>
                  <a:pt x="1035813" y="297213"/>
                  <a:pt x="1056386" y="299757"/>
                  <a:pt x="1064461" y="285931"/>
                </a:cubicBezTo>
                <a:cubicBezTo>
                  <a:pt x="1092888" y="237041"/>
                  <a:pt x="1150295" y="164922"/>
                  <a:pt x="1240776" y="164922"/>
                </a:cubicBezTo>
                <a:cubicBezTo>
                  <a:pt x="1359462" y="164922"/>
                  <a:pt x="1414546" y="323207"/>
                  <a:pt x="1427045" y="365129"/>
                </a:cubicBezTo>
                <a:cubicBezTo>
                  <a:pt x="1428926" y="371434"/>
                  <a:pt x="1434014" y="376190"/>
                  <a:pt x="1440429" y="377517"/>
                </a:cubicBezTo>
                <a:lnTo>
                  <a:pt x="1749478" y="446760"/>
                </a:lnTo>
                <a:cubicBezTo>
                  <a:pt x="1770715" y="451517"/>
                  <a:pt x="1767175" y="482709"/>
                  <a:pt x="1745496" y="48270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52D4DF4-3AD0-5E7A-6F71-FAD1C0F1FBA1}"/>
              </a:ext>
            </a:extLst>
          </p:cNvPr>
          <p:cNvSpPr/>
          <p:nvPr userDrawn="1"/>
        </p:nvSpPr>
        <p:spPr>
          <a:xfrm>
            <a:off x="5011033" y="1025428"/>
            <a:ext cx="1121036" cy="232230"/>
          </a:xfrm>
          <a:custGeom>
            <a:avLst/>
            <a:gdLst>
              <a:gd name="connsiteX0" fmla="*/ 1118269 w 1247481"/>
              <a:gd name="connsiteY0" fmla="*/ 0 h 258424"/>
              <a:gd name="connsiteX1" fmla="*/ 1247481 w 1247481"/>
              <a:gd name="connsiteY1" fmla="*/ 129212 h 258424"/>
              <a:gd name="connsiteX2" fmla="*/ 1118269 w 1247481"/>
              <a:gd name="connsiteY2" fmla="*/ 258424 h 258424"/>
              <a:gd name="connsiteX3" fmla="*/ 989057 w 1247481"/>
              <a:gd name="connsiteY3" fmla="*/ 129212 h 258424"/>
              <a:gd name="connsiteX4" fmla="*/ 1118269 w 1247481"/>
              <a:gd name="connsiteY4" fmla="*/ 0 h 258424"/>
              <a:gd name="connsiteX5" fmla="*/ 623741 w 1247481"/>
              <a:gd name="connsiteY5" fmla="*/ 0 h 258424"/>
              <a:gd name="connsiteX6" fmla="*/ 752953 w 1247481"/>
              <a:gd name="connsiteY6" fmla="*/ 129212 h 258424"/>
              <a:gd name="connsiteX7" fmla="*/ 623741 w 1247481"/>
              <a:gd name="connsiteY7" fmla="*/ 258424 h 258424"/>
              <a:gd name="connsiteX8" fmla="*/ 494529 w 1247481"/>
              <a:gd name="connsiteY8" fmla="*/ 129212 h 258424"/>
              <a:gd name="connsiteX9" fmla="*/ 623741 w 1247481"/>
              <a:gd name="connsiteY9" fmla="*/ 0 h 258424"/>
              <a:gd name="connsiteX10" fmla="*/ 129212 w 1247481"/>
              <a:gd name="connsiteY10" fmla="*/ 0 h 258424"/>
              <a:gd name="connsiteX11" fmla="*/ 258424 w 1247481"/>
              <a:gd name="connsiteY11" fmla="*/ 129212 h 258424"/>
              <a:gd name="connsiteX12" fmla="*/ 129212 w 1247481"/>
              <a:gd name="connsiteY12" fmla="*/ 258424 h 258424"/>
              <a:gd name="connsiteX13" fmla="*/ 0 w 1247481"/>
              <a:gd name="connsiteY13" fmla="*/ 129212 h 258424"/>
              <a:gd name="connsiteX14" fmla="*/ 129212 w 1247481"/>
              <a:gd name="connsiteY14" fmla="*/ 0 h 2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7481" h="258424">
                <a:moveTo>
                  <a:pt x="1118269" y="0"/>
                </a:moveTo>
                <a:cubicBezTo>
                  <a:pt x="1189631" y="0"/>
                  <a:pt x="1247481" y="57850"/>
                  <a:pt x="1247481" y="129212"/>
                </a:cubicBezTo>
                <a:cubicBezTo>
                  <a:pt x="1247481" y="200574"/>
                  <a:pt x="1189631" y="258424"/>
                  <a:pt x="1118269" y="258424"/>
                </a:cubicBezTo>
                <a:cubicBezTo>
                  <a:pt x="1046907" y="258424"/>
                  <a:pt x="989057" y="200574"/>
                  <a:pt x="989057" y="129212"/>
                </a:cubicBezTo>
                <a:cubicBezTo>
                  <a:pt x="989057" y="57850"/>
                  <a:pt x="1046907" y="0"/>
                  <a:pt x="1118269" y="0"/>
                </a:cubicBezTo>
                <a:close/>
                <a:moveTo>
                  <a:pt x="623741" y="0"/>
                </a:moveTo>
                <a:cubicBezTo>
                  <a:pt x="695103" y="0"/>
                  <a:pt x="752953" y="57850"/>
                  <a:pt x="752953" y="129212"/>
                </a:cubicBezTo>
                <a:cubicBezTo>
                  <a:pt x="752953" y="200574"/>
                  <a:pt x="695103" y="258424"/>
                  <a:pt x="623741" y="258424"/>
                </a:cubicBezTo>
                <a:cubicBezTo>
                  <a:pt x="552379" y="258424"/>
                  <a:pt x="494529" y="200574"/>
                  <a:pt x="494529" y="129212"/>
                </a:cubicBezTo>
                <a:cubicBezTo>
                  <a:pt x="494529" y="57850"/>
                  <a:pt x="552379" y="0"/>
                  <a:pt x="623741" y="0"/>
                </a:cubicBezTo>
                <a:close/>
                <a:moveTo>
                  <a:pt x="129212" y="0"/>
                </a:moveTo>
                <a:cubicBezTo>
                  <a:pt x="200574" y="0"/>
                  <a:pt x="258424" y="57850"/>
                  <a:pt x="258424" y="129212"/>
                </a:cubicBezTo>
                <a:cubicBezTo>
                  <a:pt x="258424" y="200574"/>
                  <a:pt x="200574" y="258424"/>
                  <a:pt x="129212" y="258424"/>
                </a:cubicBezTo>
                <a:cubicBezTo>
                  <a:pt x="57850" y="258424"/>
                  <a:pt x="0" y="200574"/>
                  <a:pt x="0" y="129212"/>
                </a:cubicBezTo>
                <a:cubicBezTo>
                  <a:pt x="0" y="57850"/>
                  <a:pt x="57850" y="0"/>
                  <a:pt x="12921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5AC50E0-8FB5-F5C9-198A-1B92DFBACC52}"/>
              </a:ext>
            </a:extLst>
          </p:cNvPr>
          <p:cNvSpPr/>
          <p:nvPr userDrawn="1"/>
        </p:nvSpPr>
        <p:spPr>
          <a:xfrm>
            <a:off x="11403592" y="1984348"/>
            <a:ext cx="788408" cy="323846"/>
          </a:xfrm>
          <a:custGeom>
            <a:avLst/>
            <a:gdLst>
              <a:gd name="connsiteX0" fmla="*/ 492774 w 788408"/>
              <a:gd name="connsiteY0" fmla="*/ 0 h 323846"/>
              <a:gd name="connsiteX1" fmla="*/ 691948 w 788408"/>
              <a:gd name="connsiteY1" fmla="*/ 189083 h 323846"/>
              <a:gd name="connsiteX2" fmla="*/ 714137 w 788408"/>
              <a:gd name="connsiteY2" fmla="*/ 191829 h 323846"/>
              <a:gd name="connsiteX3" fmla="*/ 757669 w 788408"/>
              <a:gd name="connsiteY3" fmla="*/ 138937 h 323846"/>
              <a:gd name="connsiteX4" fmla="*/ 788408 w 788408"/>
              <a:gd name="connsiteY4" fmla="*/ 120298 h 323846"/>
              <a:gd name="connsiteX5" fmla="*/ 788408 w 788408"/>
              <a:gd name="connsiteY5" fmla="*/ 323846 h 323846"/>
              <a:gd name="connsiteX6" fmla="*/ 12202 w 788408"/>
              <a:gd name="connsiteY6" fmla="*/ 323846 h 323846"/>
              <a:gd name="connsiteX7" fmla="*/ 8862 w 788408"/>
              <a:gd name="connsiteY7" fmla="*/ 299950 h 323846"/>
              <a:gd name="connsiteX8" fmla="*/ 115277 w 788408"/>
              <a:gd name="connsiteY8" fmla="*/ 269673 h 323846"/>
              <a:gd name="connsiteX9" fmla="*/ 123662 w 788408"/>
              <a:gd name="connsiteY9" fmla="*/ 261362 h 323846"/>
              <a:gd name="connsiteX10" fmla="*/ 213677 w 788408"/>
              <a:gd name="connsiteY10" fmla="*/ 158732 h 323846"/>
              <a:gd name="connsiteX11" fmla="*/ 305918 w 788408"/>
              <a:gd name="connsiteY11" fmla="*/ 203405 h 323846"/>
              <a:gd name="connsiteX12" fmla="*/ 326696 w 788408"/>
              <a:gd name="connsiteY12" fmla="*/ 195984 h 323846"/>
              <a:gd name="connsiteX13" fmla="*/ 492774 w 788408"/>
              <a:gd name="connsiteY13" fmla="*/ 0 h 323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8408" h="323846">
                <a:moveTo>
                  <a:pt x="492774" y="0"/>
                </a:moveTo>
                <a:cubicBezTo>
                  <a:pt x="623751" y="0"/>
                  <a:pt x="674213" y="127713"/>
                  <a:pt x="691948" y="189083"/>
                </a:cubicBezTo>
                <a:cubicBezTo>
                  <a:pt x="694917" y="199398"/>
                  <a:pt x="708719" y="201105"/>
                  <a:pt x="714137" y="191829"/>
                </a:cubicBezTo>
                <a:cubicBezTo>
                  <a:pt x="723673" y="175429"/>
                  <a:pt x="738069" y="155133"/>
                  <a:pt x="757669" y="138937"/>
                </a:cubicBezTo>
                <a:lnTo>
                  <a:pt x="788408" y="120298"/>
                </a:lnTo>
                <a:lnTo>
                  <a:pt x="788408" y="323846"/>
                </a:lnTo>
                <a:lnTo>
                  <a:pt x="12202" y="323846"/>
                </a:lnTo>
                <a:cubicBezTo>
                  <a:pt x="-1972" y="323846"/>
                  <a:pt x="-4718" y="303809"/>
                  <a:pt x="8862" y="299950"/>
                </a:cubicBezTo>
                <a:lnTo>
                  <a:pt x="115277" y="269673"/>
                </a:lnTo>
                <a:cubicBezTo>
                  <a:pt x="119358" y="268486"/>
                  <a:pt x="122475" y="265369"/>
                  <a:pt x="123662" y="261362"/>
                </a:cubicBezTo>
                <a:cubicBezTo>
                  <a:pt x="130341" y="237986"/>
                  <a:pt x="157130" y="158732"/>
                  <a:pt x="213677" y="158732"/>
                </a:cubicBezTo>
                <a:cubicBezTo>
                  <a:pt x="254194" y="158732"/>
                  <a:pt x="286772" y="183888"/>
                  <a:pt x="305918" y="203405"/>
                </a:cubicBezTo>
                <a:cubicBezTo>
                  <a:pt x="313190" y="210752"/>
                  <a:pt x="325657" y="206299"/>
                  <a:pt x="326696" y="195984"/>
                </a:cubicBezTo>
                <a:cubicBezTo>
                  <a:pt x="333004" y="134466"/>
                  <a:pt x="361796" y="0"/>
                  <a:pt x="492774" y="0"/>
                </a:cubicBezTo>
                <a:close/>
              </a:path>
            </a:pathLst>
          </a:custGeom>
          <a:solidFill>
            <a:schemeClr val="bg2"/>
          </a:solidFill>
          <a:ln w="136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6" name="Forme libre : forme 55">
            <a:extLst>
              <a:ext uri="{FF2B5EF4-FFF2-40B4-BE49-F238E27FC236}">
                <a16:creationId xmlns:a16="http://schemas.microsoft.com/office/drawing/2014/main" id="{6C7A191C-93EF-87CF-C58D-F453A511AA6B}"/>
              </a:ext>
            </a:extLst>
          </p:cNvPr>
          <p:cNvSpPr/>
          <p:nvPr userDrawn="1"/>
        </p:nvSpPr>
        <p:spPr>
          <a:xfrm>
            <a:off x="11773010" y="6439010"/>
            <a:ext cx="418990" cy="418990"/>
          </a:xfrm>
          <a:custGeom>
            <a:avLst/>
            <a:gdLst>
              <a:gd name="connsiteX0" fmla="*/ 418990 w 418990"/>
              <a:gd name="connsiteY0" fmla="*/ 0 h 418990"/>
              <a:gd name="connsiteX1" fmla="*/ 418990 w 418990"/>
              <a:gd name="connsiteY1" fmla="*/ 218084 h 418990"/>
              <a:gd name="connsiteX2" fmla="*/ 218084 w 418990"/>
              <a:gd name="connsiteY2" fmla="*/ 418990 h 418990"/>
              <a:gd name="connsiteX3" fmla="*/ 0 w 418990"/>
              <a:gd name="connsiteY3" fmla="*/ 418990 h 418990"/>
              <a:gd name="connsiteX4" fmla="*/ 418990 w 418990"/>
              <a:gd name="connsiteY4" fmla="*/ 0 h 41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990" h="418990">
                <a:moveTo>
                  <a:pt x="418990" y="0"/>
                </a:moveTo>
                <a:lnTo>
                  <a:pt x="418990" y="218084"/>
                </a:lnTo>
                <a:cubicBezTo>
                  <a:pt x="308033" y="218084"/>
                  <a:pt x="218084" y="308033"/>
                  <a:pt x="218084" y="418990"/>
                </a:cubicBezTo>
                <a:lnTo>
                  <a:pt x="0" y="418990"/>
                </a:lnTo>
                <a:cubicBezTo>
                  <a:pt x="0" y="187588"/>
                  <a:pt x="187588" y="0"/>
                  <a:pt x="418990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D7820531-2941-0C3D-9D7C-7052000DCFC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4805" y="489448"/>
            <a:ext cx="3701595" cy="1329595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SOM-</a:t>
            </a:r>
            <a:br>
              <a:rPr lang="fr-FR"/>
            </a:br>
            <a:r>
              <a:rPr lang="fr-FR"/>
              <a:t>MAIRE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F77E03B-A410-F4F2-93B2-B5346C9C46A9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02412009-300E-60EC-7D03-F358B653C5E5}"/>
              </a:ext>
            </a:extLst>
          </p:cNvPr>
          <p:cNvSpPr/>
          <p:nvPr userDrawn="1"/>
        </p:nvSpPr>
        <p:spPr>
          <a:xfrm>
            <a:off x="8879627" y="1863502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29421B04-61D2-2330-B905-B8CB7198C2E7}"/>
              </a:ext>
            </a:extLst>
          </p:cNvPr>
          <p:cNvSpPr/>
          <p:nvPr userDrawn="1"/>
        </p:nvSpPr>
        <p:spPr>
          <a:xfrm>
            <a:off x="5598242" y="3451314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FE2DF41-10D1-67AD-6AEC-1A798BE5A087}"/>
              </a:ext>
            </a:extLst>
          </p:cNvPr>
          <p:cNvSpPr/>
          <p:nvPr userDrawn="1"/>
        </p:nvSpPr>
        <p:spPr>
          <a:xfrm>
            <a:off x="8879627" y="345131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578FDC5-6B9B-38FC-6FE9-09A2AECB0FAF}"/>
              </a:ext>
            </a:extLst>
          </p:cNvPr>
          <p:cNvSpPr/>
          <p:nvPr userDrawn="1"/>
        </p:nvSpPr>
        <p:spPr>
          <a:xfrm>
            <a:off x="5598242" y="504092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4B1C5839-89F3-9D65-BC65-D9FD07ADDD96}"/>
              </a:ext>
            </a:extLst>
          </p:cNvPr>
          <p:cNvSpPr/>
          <p:nvPr userDrawn="1"/>
        </p:nvSpPr>
        <p:spPr>
          <a:xfrm>
            <a:off x="8879627" y="5040926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708EE07F-5374-A8CD-B6C4-7BF11BA7710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541549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88E0C3F2-177F-401C-8CC6-2038D50BF0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822934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BF05DF37-0A08-0014-3703-81522C732A29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541549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37352667-1F67-62A5-F7B4-C7108417B06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22934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F8096409-C633-F08E-9951-545B3BC3950A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822934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67" name="Espace réservé du texte 65">
            <a:extLst>
              <a:ext uri="{FF2B5EF4-FFF2-40B4-BE49-F238E27FC236}">
                <a16:creationId xmlns:a16="http://schemas.microsoft.com/office/drawing/2014/main" id="{691C8640-7C64-6F47-4F0A-52B7AF2985FC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541549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1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69" name="Espace réservé du texte 65">
            <a:extLst>
              <a:ext uri="{FF2B5EF4-FFF2-40B4-BE49-F238E27FC236}">
                <a16:creationId xmlns:a16="http://schemas.microsoft.com/office/drawing/2014/main" id="{8411CA00-F003-FE13-8AEE-938F56A1EB39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822280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2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2" name="Espace réservé du texte 65">
            <a:extLst>
              <a:ext uri="{FF2B5EF4-FFF2-40B4-BE49-F238E27FC236}">
                <a16:creationId xmlns:a16="http://schemas.microsoft.com/office/drawing/2014/main" id="{2D7155C6-2935-EE39-59E5-44C5A20E7DAB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541549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3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3" name="Espace réservé du texte 65">
            <a:extLst>
              <a:ext uri="{FF2B5EF4-FFF2-40B4-BE49-F238E27FC236}">
                <a16:creationId xmlns:a16="http://schemas.microsoft.com/office/drawing/2014/main" id="{363540A9-52F7-4D65-2E1F-FBEC40729D2E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822280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4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6" name="Espace réservé du texte 65">
            <a:extLst>
              <a:ext uri="{FF2B5EF4-FFF2-40B4-BE49-F238E27FC236}">
                <a16:creationId xmlns:a16="http://schemas.microsoft.com/office/drawing/2014/main" id="{85E1093C-CF18-8CD1-6604-28F8D3854F60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541549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5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7" name="Espace réservé du texte 65">
            <a:extLst>
              <a:ext uri="{FF2B5EF4-FFF2-40B4-BE49-F238E27FC236}">
                <a16:creationId xmlns:a16="http://schemas.microsoft.com/office/drawing/2014/main" id="{1717A058-1092-2434-7983-7453C5C3E450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822280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6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55" name="Espace réservé pour une image  54">
            <a:extLst>
              <a:ext uri="{FF2B5EF4-FFF2-40B4-BE49-F238E27FC236}">
                <a16:creationId xmlns:a16="http://schemas.microsoft.com/office/drawing/2014/main" id="{151490AC-6FFC-ED50-BECD-8AAD14C52B41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837832" y="3617712"/>
            <a:ext cx="1895590" cy="2661423"/>
          </a:xfrm>
          <a:custGeom>
            <a:avLst/>
            <a:gdLst>
              <a:gd name="connsiteX0" fmla="*/ 1871451 w 1895590"/>
              <a:gd name="connsiteY0" fmla="*/ 1113520 h 2661423"/>
              <a:gd name="connsiteX1" fmla="*/ 1895590 w 1895590"/>
              <a:gd name="connsiteY1" fmla="*/ 1114475 h 2661423"/>
              <a:gd name="connsiteX2" fmla="*/ 1895590 w 1895590"/>
              <a:gd name="connsiteY2" fmla="*/ 1188980 h 2661423"/>
              <a:gd name="connsiteX3" fmla="*/ 1850644 w 1895590"/>
              <a:gd name="connsiteY3" fmla="*/ 1190809 h 2661423"/>
              <a:gd name="connsiteX4" fmla="*/ 1549745 w 1895590"/>
              <a:gd name="connsiteY4" fmla="*/ 1456861 h 2661423"/>
              <a:gd name="connsiteX5" fmla="*/ 1624624 w 1895590"/>
              <a:gd name="connsiteY5" fmla="*/ 1776825 h 2661423"/>
              <a:gd name="connsiteX6" fmla="*/ 1637774 w 1895590"/>
              <a:gd name="connsiteY6" fmla="*/ 1777823 h 2661423"/>
              <a:gd name="connsiteX7" fmla="*/ 1638772 w 1895590"/>
              <a:gd name="connsiteY7" fmla="*/ 1764673 h 2661423"/>
              <a:gd name="connsiteX8" fmla="*/ 1567818 w 1895590"/>
              <a:gd name="connsiteY8" fmla="*/ 1461346 h 2661423"/>
              <a:gd name="connsiteX9" fmla="*/ 1844866 w 1895590"/>
              <a:gd name="connsiteY9" fmla="*/ 1210255 h 2661423"/>
              <a:gd name="connsiteX10" fmla="*/ 1895590 w 1895590"/>
              <a:gd name="connsiteY10" fmla="*/ 1207578 h 2661423"/>
              <a:gd name="connsiteX11" fmla="*/ 1895589 w 1895590"/>
              <a:gd name="connsiteY11" fmla="*/ 1713628 h 2661423"/>
              <a:gd name="connsiteX12" fmla="*/ 1876333 w 1895590"/>
              <a:gd name="connsiteY12" fmla="*/ 1904642 h 2661423"/>
              <a:gd name="connsiteX13" fmla="*/ 1858453 w 1895590"/>
              <a:gd name="connsiteY13" fmla="*/ 1974181 h 2661423"/>
              <a:gd name="connsiteX14" fmla="*/ 1834650 w 1895590"/>
              <a:gd name="connsiteY14" fmla="*/ 1972541 h 2661423"/>
              <a:gd name="connsiteX15" fmla="*/ 1607684 w 1895590"/>
              <a:gd name="connsiteY15" fmla="*/ 1866676 h 2661423"/>
              <a:gd name="connsiteX16" fmla="*/ 1464290 w 1895590"/>
              <a:gd name="connsiteY16" fmla="*/ 1568752 h 2661423"/>
              <a:gd name="connsiteX17" fmla="*/ 1573552 w 1895590"/>
              <a:gd name="connsiteY17" fmla="*/ 1256721 h 2661423"/>
              <a:gd name="connsiteX18" fmla="*/ 1871451 w 1895590"/>
              <a:gd name="connsiteY18" fmla="*/ 1113520 h 2661423"/>
              <a:gd name="connsiteX19" fmla="*/ 947795 w 1895590"/>
              <a:gd name="connsiteY19" fmla="*/ 0 h 2661423"/>
              <a:gd name="connsiteX20" fmla="*/ 1895590 w 1895590"/>
              <a:gd name="connsiteY20" fmla="*/ 947795 h 2661423"/>
              <a:gd name="connsiteX21" fmla="*/ 1895590 w 1895590"/>
              <a:gd name="connsiteY21" fmla="*/ 1095904 h 2661423"/>
              <a:gd name="connsiteX22" fmla="*/ 1870497 w 1895590"/>
              <a:gd name="connsiteY22" fmla="*/ 1094914 h 2661423"/>
              <a:gd name="connsiteX23" fmla="*/ 1559758 w 1895590"/>
              <a:gd name="connsiteY23" fmla="*/ 1244256 h 2661423"/>
              <a:gd name="connsiteX24" fmla="*/ 1445787 w 1895590"/>
              <a:gd name="connsiteY24" fmla="*/ 1569705 h 2661423"/>
              <a:gd name="connsiteX25" fmla="*/ 1595219 w 1895590"/>
              <a:gd name="connsiteY25" fmla="*/ 1880469 h 2661423"/>
              <a:gd name="connsiteX26" fmla="*/ 1831986 w 1895590"/>
              <a:gd name="connsiteY26" fmla="*/ 1990944 h 2661423"/>
              <a:gd name="connsiteX27" fmla="*/ 1853757 w 1895590"/>
              <a:gd name="connsiteY27" fmla="*/ 1992446 h 2661423"/>
              <a:gd name="connsiteX28" fmla="*/ 1852978 w 1895590"/>
              <a:gd name="connsiteY28" fmla="*/ 1995474 h 2661423"/>
              <a:gd name="connsiteX29" fmla="*/ 947794 w 1895590"/>
              <a:gd name="connsiteY29" fmla="*/ 2661423 h 2661423"/>
              <a:gd name="connsiteX30" fmla="*/ 947795 w 1895590"/>
              <a:gd name="connsiteY30" fmla="*/ 2661422 h 2661423"/>
              <a:gd name="connsiteX31" fmla="*/ 0 w 1895590"/>
              <a:gd name="connsiteY31" fmla="*/ 1713627 h 2661423"/>
              <a:gd name="connsiteX32" fmla="*/ 0 w 1895590"/>
              <a:gd name="connsiteY32" fmla="*/ 947795 h 2661423"/>
              <a:gd name="connsiteX33" fmla="*/ 947795 w 1895590"/>
              <a:gd name="connsiteY33" fmla="*/ 0 h 26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95590" h="2661423">
                <a:moveTo>
                  <a:pt x="1871451" y="1113520"/>
                </a:moveTo>
                <a:lnTo>
                  <a:pt x="1895590" y="1114475"/>
                </a:lnTo>
                <a:lnTo>
                  <a:pt x="1895590" y="1188980"/>
                </a:lnTo>
                <a:lnTo>
                  <a:pt x="1850644" y="1190809"/>
                </a:lnTo>
                <a:cubicBezTo>
                  <a:pt x="1709580" y="1208910"/>
                  <a:pt x="1586867" y="1310989"/>
                  <a:pt x="1549745" y="1456861"/>
                </a:cubicBezTo>
                <a:cubicBezTo>
                  <a:pt x="1521227" y="1569199"/>
                  <a:pt x="1549232" y="1688804"/>
                  <a:pt x="1624624" y="1776825"/>
                </a:cubicBezTo>
                <a:cubicBezTo>
                  <a:pt x="1627999" y="1780663"/>
                  <a:pt x="1633825" y="1781144"/>
                  <a:pt x="1637774" y="1777823"/>
                </a:cubicBezTo>
                <a:cubicBezTo>
                  <a:pt x="1641612" y="1774449"/>
                  <a:pt x="1642093" y="1768623"/>
                  <a:pt x="1638772" y="1764673"/>
                </a:cubicBezTo>
                <a:cubicBezTo>
                  <a:pt x="1567263" y="1681148"/>
                  <a:pt x="1540777" y="1567787"/>
                  <a:pt x="1567818" y="1461346"/>
                </a:cubicBezTo>
                <a:cubicBezTo>
                  <a:pt x="1602279" y="1325791"/>
                  <a:pt x="1714606" y="1230195"/>
                  <a:pt x="1844866" y="1210255"/>
                </a:cubicBezTo>
                <a:lnTo>
                  <a:pt x="1895590" y="1207578"/>
                </a:lnTo>
                <a:lnTo>
                  <a:pt x="1895589" y="1713628"/>
                </a:lnTo>
                <a:cubicBezTo>
                  <a:pt x="1895589" y="1779060"/>
                  <a:pt x="1888959" y="1842943"/>
                  <a:pt x="1876333" y="1904642"/>
                </a:cubicBezTo>
                <a:lnTo>
                  <a:pt x="1858453" y="1974181"/>
                </a:lnTo>
                <a:lnTo>
                  <a:pt x="1834650" y="1972541"/>
                </a:lnTo>
                <a:cubicBezTo>
                  <a:pt x="1752057" y="1960770"/>
                  <a:pt x="1672890" y="1924974"/>
                  <a:pt x="1607684" y="1866676"/>
                </a:cubicBezTo>
                <a:cubicBezTo>
                  <a:pt x="1521680" y="1789764"/>
                  <a:pt x="1470786" y="1683861"/>
                  <a:pt x="1464290" y="1568752"/>
                </a:cubicBezTo>
                <a:cubicBezTo>
                  <a:pt x="1457848" y="1453529"/>
                  <a:pt x="1496642" y="1342727"/>
                  <a:pt x="1573552" y="1256721"/>
                </a:cubicBezTo>
                <a:cubicBezTo>
                  <a:pt x="1652923" y="1167913"/>
                  <a:pt x="1761007" y="1119694"/>
                  <a:pt x="1871451" y="1113520"/>
                </a:cubicBezTo>
                <a:close/>
                <a:moveTo>
                  <a:pt x="947795" y="0"/>
                </a:moveTo>
                <a:cubicBezTo>
                  <a:pt x="1471248" y="0"/>
                  <a:pt x="1895590" y="424342"/>
                  <a:pt x="1895590" y="947795"/>
                </a:cubicBezTo>
                <a:lnTo>
                  <a:pt x="1895590" y="1095904"/>
                </a:lnTo>
                <a:lnTo>
                  <a:pt x="1870497" y="1094914"/>
                </a:lnTo>
                <a:cubicBezTo>
                  <a:pt x="1755288" y="1101362"/>
                  <a:pt x="1642546" y="1151663"/>
                  <a:pt x="1559758" y="1244256"/>
                </a:cubicBezTo>
                <a:cubicBezTo>
                  <a:pt x="1479512" y="1334018"/>
                  <a:pt x="1439005" y="1449499"/>
                  <a:pt x="1445787" y="1569705"/>
                </a:cubicBezTo>
                <a:cubicBezTo>
                  <a:pt x="1452457" y="1689857"/>
                  <a:pt x="1505569" y="1800278"/>
                  <a:pt x="1595219" y="1880469"/>
                </a:cubicBezTo>
                <a:cubicBezTo>
                  <a:pt x="1663256" y="1941310"/>
                  <a:pt x="1745838" y="1978657"/>
                  <a:pt x="1831986" y="1990944"/>
                </a:cubicBezTo>
                <a:lnTo>
                  <a:pt x="1853757" y="1992446"/>
                </a:lnTo>
                <a:lnTo>
                  <a:pt x="1852978" y="1995474"/>
                </a:lnTo>
                <a:cubicBezTo>
                  <a:pt x="1732976" y="2381291"/>
                  <a:pt x="1373100" y="2661423"/>
                  <a:pt x="947794" y="2661423"/>
                </a:cubicBezTo>
                <a:lnTo>
                  <a:pt x="947795" y="2661422"/>
                </a:lnTo>
                <a:cubicBezTo>
                  <a:pt x="424342" y="2661422"/>
                  <a:pt x="0" y="2237080"/>
                  <a:pt x="0" y="1713627"/>
                </a:cubicBezTo>
                <a:lnTo>
                  <a:pt x="0" y="947795"/>
                </a:lnTo>
                <a:cubicBezTo>
                  <a:pt x="0" y="424342"/>
                  <a:pt x="424342" y="0"/>
                  <a:pt x="947795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50" name="Espace réservé pour une image  49">
            <a:extLst>
              <a:ext uri="{FF2B5EF4-FFF2-40B4-BE49-F238E27FC236}">
                <a16:creationId xmlns:a16="http://schemas.microsoft.com/office/drawing/2014/main" id="{60E2E3EF-4B2B-112F-21A6-4E8EEBAB4ED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200430" y="1143056"/>
            <a:ext cx="2763456" cy="4318485"/>
          </a:xfrm>
          <a:custGeom>
            <a:avLst/>
            <a:gdLst>
              <a:gd name="connsiteX0" fmla="*/ 582658 w 2763456"/>
              <a:gd name="connsiteY0" fmla="*/ 782481 h 4318485"/>
              <a:gd name="connsiteX1" fmla="*/ 533700 w 2763456"/>
              <a:gd name="connsiteY1" fmla="*/ 831439 h 4318485"/>
              <a:gd name="connsiteX2" fmla="*/ 533700 w 2763456"/>
              <a:gd name="connsiteY2" fmla="*/ 932785 h 4318485"/>
              <a:gd name="connsiteX3" fmla="*/ 582658 w 2763456"/>
              <a:gd name="connsiteY3" fmla="*/ 981744 h 4318485"/>
              <a:gd name="connsiteX4" fmla="*/ 684004 w 2763456"/>
              <a:gd name="connsiteY4" fmla="*/ 981744 h 4318485"/>
              <a:gd name="connsiteX5" fmla="*/ 732963 w 2763456"/>
              <a:gd name="connsiteY5" fmla="*/ 932785 h 4318485"/>
              <a:gd name="connsiteX6" fmla="*/ 732963 w 2763456"/>
              <a:gd name="connsiteY6" fmla="*/ 831439 h 4318485"/>
              <a:gd name="connsiteX7" fmla="*/ 684004 w 2763456"/>
              <a:gd name="connsiteY7" fmla="*/ 782481 h 4318485"/>
              <a:gd name="connsiteX8" fmla="*/ 768194 w 2763456"/>
              <a:gd name="connsiteY8" fmla="*/ 300639 h 4318485"/>
              <a:gd name="connsiteX9" fmla="*/ 694090 w 2763456"/>
              <a:gd name="connsiteY9" fmla="*/ 374743 h 4318485"/>
              <a:gd name="connsiteX10" fmla="*/ 694090 w 2763456"/>
              <a:gd name="connsiteY10" fmla="*/ 577816 h 4318485"/>
              <a:gd name="connsiteX11" fmla="*/ 768194 w 2763456"/>
              <a:gd name="connsiteY11" fmla="*/ 651921 h 4318485"/>
              <a:gd name="connsiteX12" fmla="*/ 971267 w 2763456"/>
              <a:gd name="connsiteY12" fmla="*/ 651921 h 4318485"/>
              <a:gd name="connsiteX13" fmla="*/ 1045372 w 2763456"/>
              <a:gd name="connsiteY13" fmla="*/ 577816 h 4318485"/>
              <a:gd name="connsiteX14" fmla="*/ 1045372 w 2763456"/>
              <a:gd name="connsiteY14" fmla="*/ 374743 h 4318485"/>
              <a:gd name="connsiteX15" fmla="*/ 971267 w 2763456"/>
              <a:gd name="connsiteY15" fmla="*/ 300639 h 4318485"/>
              <a:gd name="connsiteX16" fmla="*/ 1381728 w 2763456"/>
              <a:gd name="connsiteY16" fmla="*/ 0 h 4318485"/>
              <a:gd name="connsiteX17" fmla="*/ 2763456 w 2763456"/>
              <a:gd name="connsiteY17" fmla="*/ 1381728 h 4318485"/>
              <a:gd name="connsiteX18" fmla="*/ 2763456 w 2763456"/>
              <a:gd name="connsiteY18" fmla="*/ 2936757 h 4318485"/>
              <a:gd name="connsiteX19" fmla="*/ 1381728 w 2763456"/>
              <a:gd name="connsiteY19" fmla="*/ 4318485 h 4318485"/>
              <a:gd name="connsiteX20" fmla="*/ 315520 w 2763456"/>
              <a:gd name="connsiteY20" fmla="*/ 3815664 h 4318485"/>
              <a:gd name="connsiteX21" fmla="*/ 291994 w 2763456"/>
              <a:gd name="connsiteY21" fmla="*/ 3784204 h 4318485"/>
              <a:gd name="connsiteX22" fmla="*/ 307820 w 2763456"/>
              <a:gd name="connsiteY22" fmla="*/ 3767101 h 4318485"/>
              <a:gd name="connsiteX23" fmla="*/ 616285 w 2763456"/>
              <a:gd name="connsiteY23" fmla="*/ 3691510 h 4318485"/>
              <a:gd name="connsiteX24" fmla="*/ 860777 w 2763456"/>
              <a:gd name="connsiteY24" fmla="*/ 4102576 h 4318485"/>
              <a:gd name="connsiteX25" fmla="*/ 867460 w 2763456"/>
              <a:gd name="connsiteY25" fmla="*/ 4113800 h 4318485"/>
              <a:gd name="connsiteX26" fmla="*/ 878097 w 2763456"/>
              <a:gd name="connsiteY26" fmla="*/ 4108899 h 4318485"/>
              <a:gd name="connsiteX27" fmla="*/ 878155 w 2763456"/>
              <a:gd name="connsiteY27" fmla="*/ 4109064 h 4318485"/>
              <a:gd name="connsiteX28" fmla="*/ 878742 w 2763456"/>
              <a:gd name="connsiteY28" fmla="*/ 4107282 h 4318485"/>
              <a:gd name="connsiteX29" fmla="*/ 620827 w 2763456"/>
              <a:gd name="connsiteY29" fmla="*/ 3673603 h 4318485"/>
              <a:gd name="connsiteX30" fmla="*/ 549430 w 2763456"/>
              <a:gd name="connsiteY30" fmla="*/ 3662966 h 4318485"/>
              <a:gd name="connsiteX31" fmla="*/ 322083 w 2763456"/>
              <a:gd name="connsiteY31" fmla="*/ 3731848 h 4318485"/>
              <a:gd name="connsiteX32" fmla="*/ 280121 w 2763456"/>
              <a:gd name="connsiteY32" fmla="*/ 3768326 h 4318485"/>
              <a:gd name="connsiteX33" fmla="*/ 235978 w 2763456"/>
              <a:gd name="connsiteY33" fmla="*/ 3709294 h 4318485"/>
              <a:gd name="connsiteX34" fmla="*/ 235667 w 2763456"/>
              <a:gd name="connsiteY34" fmla="*/ 3708782 h 4318485"/>
              <a:gd name="connsiteX35" fmla="*/ 275454 w 2763456"/>
              <a:gd name="connsiteY35" fmla="*/ 3672404 h 4318485"/>
              <a:gd name="connsiteX36" fmla="*/ 820908 w 2763456"/>
              <a:gd name="connsiteY36" fmla="*/ 3697245 h 4318485"/>
              <a:gd name="connsiteX37" fmla="*/ 834092 w 2763456"/>
              <a:gd name="connsiteY37" fmla="*/ 3696469 h 4318485"/>
              <a:gd name="connsiteX38" fmla="*/ 833428 w 2763456"/>
              <a:gd name="connsiteY38" fmla="*/ 3683340 h 4318485"/>
              <a:gd name="connsiteX39" fmla="*/ 507899 w 2763456"/>
              <a:gd name="connsiteY39" fmla="*/ 3569570 h 4318485"/>
              <a:gd name="connsiteX40" fmla="*/ 264438 w 2763456"/>
              <a:gd name="connsiteY40" fmla="*/ 3657421 h 4318485"/>
              <a:gd name="connsiteX41" fmla="*/ 225876 w 2763456"/>
              <a:gd name="connsiteY41" fmla="*/ 3692666 h 4318485"/>
              <a:gd name="connsiteX42" fmla="*/ 166767 w 2763456"/>
              <a:gd name="connsiteY42" fmla="*/ 3595371 h 4318485"/>
              <a:gd name="connsiteX43" fmla="*/ 0 w 2763456"/>
              <a:gd name="connsiteY43" fmla="*/ 2936757 h 4318485"/>
              <a:gd name="connsiteX44" fmla="*/ 0 w 2763456"/>
              <a:gd name="connsiteY44" fmla="*/ 1381728 h 4318485"/>
              <a:gd name="connsiteX45" fmla="*/ 166767 w 2763456"/>
              <a:gd name="connsiteY45" fmla="*/ 723115 h 4318485"/>
              <a:gd name="connsiteX46" fmla="*/ 204722 w 2763456"/>
              <a:gd name="connsiteY46" fmla="*/ 660640 h 4318485"/>
              <a:gd name="connsiteX47" fmla="*/ 405547 w 2763456"/>
              <a:gd name="connsiteY47" fmla="*/ 660640 h 4318485"/>
              <a:gd name="connsiteX48" fmla="*/ 533700 w 2763456"/>
              <a:gd name="connsiteY48" fmla="*/ 532487 h 4318485"/>
              <a:gd name="connsiteX49" fmla="*/ 533700 w 2763456"/>
              <a:gd name="connsiteY49" fmla="*/ 292429 h 4318485"/>
              <a:gd name="connsiteX50" fmla="*/ 609191 w 2763456"/>
              <a:gd name="connsiteY50" fmla="*/ 235978 h 4318485"/>
              <a:gd name="connsiteX51" fmla="*/ 1381728 w 2763456"/>
              <a:gd name="connsiteY51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763456" h="4318485">
                <a:moveTo>
                  <a:pt x="582658" y="782481"/>
                </a:moveTo>
                <a:cubicBezTo>
                  <a:pt x="555619" y="782481"/>
                  <a:pt x="533700" y="804400"/>
                  <a:pt x="533700" y="831439"/>
                </a:cubicBezTo>
                <a:lnTo>
                  <a:pt x="533700" y="932785"/>
                </a:lnTo>
                <a:cubicBezTo>
                  <a:pt x="533700" y="959825"/>
                  <a:pt x="555619" y="981744"/>
                  <a:pt x="582658" y="981744"/>
                </a:cubicBezTo>
                <a:lnTo>
                  <a:pt x="684004" y="981744"/>
                </a:lnTo>
                <a:cubicBezTo>
                  <a:pt x="711044" y="981744"/>
                  <a:pt x="732963" y="959825"/>
                  <a:pt x="732963" y="932785"/>
                </a:cubicBezTo>
                <a:lnTo>
                  <a:pt x="732963" y="831439"/>
                </a:lnTo>
                <a:cubicBezTo>
                  <a:pt x="732963" y="804400"/>
                  <a:pt x="711044" y="782481"/>
                  <a:pt x="684004" y="782481"/>
                </a:cubicBezTo>
                <a:close/>
                <a:moveTo>
                  <a:pt x="768194" y="300639"/>
                </a:moveTo>
                <a:cubicBezTo>
                  <a:pt x="727268" y="300639"/>
                  <a:pt x="694090" y="333817"/>
                  <a:pt x="694090" y="374743"/>
                </a:cubicBezTo>
                <a:lnTo>
                  <a:pt x="694090" y="577816"/>
                </a:lnTo>
                <a:cubicBezTo>
                  <a:pt x="694090" y="618743"/>
                  <a:pt x="727268" y="651921"/>
                  <a:pt x="768194" y="651921"/>
                </a:cubicBezTo>
                <a:lnTo>
                  <a:pt x="971267" y="651921"/>
                </a:lnTo>
                <a:cubicBezTo>
                  <a:pt x="1012194" y="651921"/>
                  <a:pt x="1045372" y="618743"/>
                  <a:pt x="1045372" y="577816"/>
                </a:cubicBezTo>
                <a:lnTo>
                  <a:pt x="1045372" y="374743"/>
                </a:lnTo>
                <a:cubicBezTo>
                  <a:pt x="1045372" y="333817"/>
                  <a:pt x="1012194" y="300639"/>
                  <a:pt x="971267" y="300639"/>
                </a:cubicBezTo>
                <a:close/>
                <a:moveTo>
                  <a:pt x="1381728" y="0"/>
                </a:moveTo>
                <a:cubicBezTo>
                  <a:pt x="2144835" y="0"/>
                  <a:pt x="2763456" y="618621"/>
                  <a:pt x="2763456" y="1381728"/>
                </a:cubicBezTo>
                <a:lnTo>
                  <a:pt x="2763456" y="2936757"/>
                </a:lnTo>
                <a:cubicBezTo>
                  <a:pt x="2763456" y="3699864"/>
                  <a:pt x="2144835" y="4318485"/>
                  <a:pt x="1381728" y="4318485"/>
                </a:cubicBezTo>
                <a:cubicBezTo>
                  <a:pt x="952480" y="4318485"/>
                  <a:pt x="568949" y="4122750"/>
                  <a:pt x="315520" y="3815664"/>
                </a:cubicBezTo>
                <a:lnTo>
                  <a:pt x="291994" y="3784204"/>
                </a:lnTo>
                <a:lnTo>
                  <a:pt x="307820" y="3767101"/>
                </a:lnTo>
                <a:cubicBezTo>
                  <a:pt x="388940" y="3694875"/>
                  <a:pt x="503322" y="3662792"/>
                  <a:pt x="616285" y="3691510"/>
                </a:cubicBezTo>
                <a:cubicBezTo>
                  <a:pt x="797026" y="3737458"/>
                  <a:pt x="906726" y="3921836"/>
                  <a:pt x="860777" y="4102576"/>
                </a:cubicBezTo>
                <a:cubicBezTo>
                  <a:pt x="859508" y="4107470"/>
                  <a:pt x="862454" y="4112477"/>
                  <a:pt x="867460" y="4113800"/>
                </a:cubicBezTo>
                <a:cubicBezTo>
                  <a:pt x="871854" y="4114964"/>
                  <a:pt x="876206" y="4112803"/>
                  <a:pt x="878097" y="4108899"/>
                </a:cubicBezTo>
                <a:lnTo>
                  <a:pt x="878155" y="4109064"/>
                </a:lnTo>
                <a:cubicBezTo>
                  <a:pt x="878425" y="4108506"/>
                  <a:pt x="878584" y="4107894"/>
                  <a:pt x="878742" y="4107282"/>
                </a:cubicBezTo>
                <a:cubicBezTo>
                  <a:pt x="927170" y="3916588"/>
                  <a:pt x="811521" y="3722031"/>
                  <a:pt x="620827" y="3673603"/>
                </a:cubicBezTo>
                <a:cubicBezTo>
                  <a:pt x="596990" y="3667549"/>
                  <a:pt x="573094" y="3664062"/>
                  <a:pt x="549430" y="3662966"/>
                </a:cubicBezTo>
                <a:cubicBezTo>
                  <a:pt x="466610" y="3659130"/>
                  <a:pt x="386645" y="3684590"/>
                  <a:pt x="322083" y="3731848"/>
                </a:cubicBezTo>
                <a:lnTo>
                  <a:pt x="280121" y="3768326"/>
                </a:lnTo>
                <a:lnTo>
                  <a:pt x="235978" y="3709294"/>
                </a:lnTo>
                <a:lnTo>
                  <a:pt x="235667" y="3708782"/>
                </a:lnTo>
                <a:lnTo>
                  <a:pt x="275454" y="3672404"/>
                </a:lnTo>
                <a:cubicBezTo>
                  <a:pt x="436594" y="3552665"/>
                  <a:pt x="665494" y="3558346"/>
                  <a:pt x="820908" y="3697245"/>
                </a:cubicBezTo>
                <a:cubicBezTo>
                  <a:pt x="824777" y="3700632"/>
                  <a:pt x="830704" y="3700335"/>
                  <a:pt x="834092" y="3696469"/>
                </a:cubicBezTo>
                <a:cubicBezTo>
                  <a:pt x="837592" y="3692655"/>
                  <a:pt x="837295" y="3686727"/>
                  <a:pt x="833428" y="3683340"/>
                </a:cubicBezTo>
                <a:cubicBezTo>
                  <a:pt x="740779" y="3600524"/>
                  <a:pt x="623106" y="3563122"/>
                  <a:pt x="507899" y="3569570"/>
                </a:cubicBezTo>
                <a:cubicBezTo>
                  <a:pt x="421492" y="3574406"/>
                  <a:pt x="336473" y="3603909"/>
                  <a:pt x="264438" y="3657421"/>
                </a:cubicBezTo>
                <a:lnTo>
                  <a:pt x="225876" y="3692666"/>
                </a:lnTo>
                <a:lnTo>
                  <a:pt x="166767" y="3595371"/>
                </a:lnTo>
                <a:cubicBezTo>
                  <a:pt x="60412" y="3399589"/>
                  <a:pt x="0" y="3175228"/>
                  <a:pt x="0" y="2936757"/>
                </a:cubicBezTo>
                <a:lnTo>
                  <a:pt x="0" y="1381728"/>
                </a:lnTo>
                <a:cubicBezTo>
                  <a:pt x="0" y="1143257"/>
                  <a:pt x="60412" y="918896"/>
                  <a:pt x="166767" y="723115"/>
                </a:cubicBezTo>
                <a:lnTo>
                  <a:pt x="204722" y="660640"/>
                </a:lnTo>
                <a:lnTo>
                  <a:pt x="405547" y="660640"/>
                </a:lnTo>
                <a:cubicBezTo>
                  <a:pt x="476324" y="660640"/>
                  <a:pt x="533700" y="603264"/>
                  <a:pt x="533700" y="532487"/>
                </a:cubicBezTo>
                <a:lnTo>
                  <a:pt x="533700" y="292429"/>
                </a:lnTo>
                <a:lnTo>
                  <a:pt x="609191" y="235978"/>
                </a:lnTo>
                <a:cubicBezTo>
                  <a:pt x="829716" y="86994"/>
                  <a:pt x="1095563" y="0"/>
                  <a:pt x="1381728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7403D660-E3D1-DC48-A05D-93662F482FFD}"/>
              </a:ext>
            </a:extLst>
          </p:cNvPr>
          <p:cNvGrpSpPr/>
          <p:nvPr userDrawn="1"/>
        </p:nvGrpSpPr>
        <p:grpSpPr>
          <a:xfrm>
            <a:off x="2734130" y="1443696"/>
            <a:ext cx="511672" cy="681104"/>
            <a:chOff x="1674416" y="4498790"/>
            <a:chExt cx="511672" cy="681104"/>
          </a:xfrm>
          <a:solidFill>
            <a:schemeClr val="bg1"/>
          </a:solidFill>
        </p:grpSpPr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09FC42CF-11B8-513C-A8CC-139F845AE1A2}"/>
                </a:ext>
              </a:extLst>
            </p:cNvPr>
            <p:cNvSpPr/>
            <p:nvPr/>
          </p:nvSpPr>
          <p:spPr>
            <a:xfrm rot="10800000">
              <a:off x="1674416" y="4980631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73DDC089-A01C-82B3-0492-40A9355DFD20}"/>
                </a:ext>
              </a:extLst>
            </p:cNvPr>
            <p:cNvSpPr/>
            <p:nvPr/>
          </p:nvSpPr>
          <p:spPr>
            <a:xfrm rot="10800000">
              <a:off x="1834807" y="4498790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71C79A54-4E87-2AAA-B4AF-81F05B89E8AE}"/>
              </a:ext>
            </a:extLst>
          </p:cNvPr>
          <p:cNvGrpSpPr/>
          <p:nvPr userDrawn="1"/>
        </p:nvGrpSpPr>
        <p:grpSpPr>
          <a:xfrm rot="2700000" flipH="1">
            <a:off x="2293776" y="4724002"/>
            <a:ext cx="879304" cy="879304"/>
            <a:chOff x="751760" y="5112007"/>
            <a:chExt cx="1035732" cy="1035732"/>
          </a:xfrm>
        </p:grpSpPr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5AC82136-B93E-108B-AC87-593851C1D954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8A4F4CAF-E1E9-03D6-4CDE-F9945D846DC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0846BE4C-6F0D-59A8-2E21-E2264960E77A}"/>
              </a:ext>
            </a:extLst>
          </p:cNvPr>
          <p:cNvSpPr txBox="1"/>
          <p:nvPr userDrawn="1"/>
        </p:nvSpPr>
        <p:spPr>
          <a:xfrm>
            <a:off x="-2058289" y="0"/>
            <a:ext cx="1916152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3 : Cliquer droit sur l’image ajoutée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4 : Cliquer sur Arrière-plan &gt; Arrière-plan</a:t>
            </a:r>
          </a:p>
        </p:txBody>
      </p:sp>
    </p:spTree>
    <p:extLst>
      <p:ext uri="{BB962C8B-B14F-4D97-AF65-F5344CB8AC3E}">
        <p14:creationId xmlns:p14="http://schemas.microsoft.com/office/powerpoint/2010/main" val="801840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CCG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A3130D0E-85E2-F0FF-F568-4DF8988DF471}"/>
              </a:ext>
            </a:extLst>
          </p:cNvPr>
          <p:cNvSpPr/>
          <p:nvPr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sp>
        <p:nvSpPr>
          <p:cNvPr id="3" name="Cercle : creux 2">
            <a:extLst>
              <a:ext uri="{FF2B5EF4-FFF2-40B4-BE49-F238E27FC236}">
                <a16:creationId xmlns:a16="http://schemas.microsoft.com/office/drawing/2014/main" id="{208BB342-3C99-01BC-0293-93F2F3A6E116}"/>
              </a:ext>
            </a:extLst>
          </p:cNvPr>
          <p:cNvSpPr/>
          <p:nvPr userDrawn="1"/>
        </p:nvSpPr>
        <p:spPr>
          <a:xfrm>
            <a:off x="4645219" y="4750764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Image 3" descr="Une image contenant ciel, tuyau, cylindre, industrie&#10;&#10;Description générée automatiquement">
            <a:extLst>
              <a:ext uri="{FF2B5EF4-FFF2-40B4-BE49-F238E27FC236}">
                <a16:creationId xmlns:a16="http://schemas.microsoft.com/office/drawing/2014/main" id="{725D1A1B-AB25-DC0F-6494-5C6336ACA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9" t="27357" r="14736"/>
          <a:stretch>
            <a:fillRect/>
          </a:stretch>
        </p:blipFill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3208626 w 3208626"/>
              <a:gd name="connsiteY1" fmla="*/ 1604313 h 5704388"/>
              <a:gd name="connsiteX2" fmla="*/ 3208625 w 3208626"/>
              <a:gd name="connsiteY2" fmla="*/ 4100077 h 5704388"/>
              <a:gd name="connsiteX3" fmla="*/ 1768344 w 3208626"/>
              <a:gd name="connsiteY3" fmla="*/ 5696107 h 5704388"/>
              <a:gd name="connsiteX4" fmla="*/ 1604351 w 3208626"/>
              <a:gd name="connsiteY4" fmla="*/ 5704388 h 5704388"/>
              <a:gd name="connsiteX5" fmla="*/ 1604295 w 3208626"/>
              <a:gd name="connsiteY5" fmla="*/ 5704388 h 5704388"/>
              <a:gd name="connsiteX6" fmla="*/ 1440281 w 3208626"/>
              <a:gd name="connsiteY6" fmla="*/ 5696106 h 5704388"/>
              <a:gd name="connsiteX7" fmla="*/ 0 w 3208626"/>
              <a:gd name="connsiteY7" fmla="*/ 4100076 h 5704388"/>
              <a:gd name="connsiteX8" fmla="*/ 0 w 3208626"/>
              <a:gd name="connsiteY8" fmla="*/ 1604313 h 5704388"/>
              <a:gd name="connsiteX9" fmla="*/ 1604313 w 3208626"/>
              <a:gd name="connsiteY9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2490351" y="0"/>
                  <a:pt x="3208626" y="718275"/>
                  <a:pt x="3208626" y="1604313"/>
                </a:cubicBezTo>
                <a:cubicBezTo>
                  <a:pt x="3208626" y="2436234"/>
                  <a:pt x="3208625" y="3268156"/>
                  <a:pt x="3208625" y="4100077"/>
                </a:cubicBezTo>
                <a:cubicBezTo>
                  <a:pt x="3208625" y="4930738"/>
                  <a:pt x="2577329" y="5613951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1604313"/>
                </a:lnTo>
                <a:cubicBezTo>
                  <a:pt x="0" y="718275"/>
                  <a:pt x="718275" y="0"/>
                  <a:pt x="1604313" y="0"/>
                </a:cubicBezTo>
                <a:close/>
              </a:path>
            </a:pathLst>
          </a:cu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748B368-4E32-0B35-DAF4-5FBFD36D3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8"/>
          <a:stretch/>
        </p:blipFill>
        <p:spPr>
          <a:xfrm>
            <a:off x="466101" y="0"/>
            <a:ext cx="5325089" cy="6288587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D585B024-77CA-4A0D-6BEF-F26CE2FCDFC2}"/>
              </a:ext>
            </a:extLst>
          </p:cNvPr>
          <p:cNvGrpSpPr/>
          <p:nvPr userDrawn="1"/>
        </p:nvGrpSpPr>
        <p:grpSpPr>
          <a:xfrm rot="5400000">
            <a:off x="1057382" y="2292213"/>
            <a:ext cx="1280546" cy="718415"/>
            <a:chOff x="180181" y="3323351"/>
            <a:chExt cx="1183351" cy="663886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027B0EC-609D-2C74-57CB-E5EE67113F60}"/>
                </a:ext>
              </a:extLst>
            </p:cNvPr>
            <p:cNvSpPr/>
            <p:nvPr/>
          </p:nvSpPr>
          <p:spPr>
            <a:xfrm rot="16200000">
              <a:off x="439914" y="3063618"/>
              <a:ext cx="663886" cy="118335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200CDA53-B4FA-5117-8642-B50B65E4563B}"/>
                </a:ext>
              </a:extLst>
            </p:cNvPr>
            <p:cNvGrpSpPr/>
            <p:nvPr/>
          </p:nvGrpSpPr>
          <p:grpSpPr>
            <a:xfrm rot="16200000">
              <a:off x="519858" y="3148028"/>
              <a:ext cx="504000" cy="1014530"/>
              <a:chOff x="4022887" y="3124901"/>
              <a:chExt cx="504000" cy="1014530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207DF420-62BD-CB79-34FC-573C88E79650}"/>
                  </a:ext>
                </a:extLst>
              </p:cNvPr>
              <p:cNvSpPr/>
              <p:nvPr/>
            </p:nvSpPr>
            <p:spPr>
              <a:xfrm>
                <a:off x="4022887" y="3124901"/>
                <a:ext cx="504000" cy="101453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58219113-C86D-24FB-1A94-048E661DAB87}"/>
                  </a:ext>
                </a:extLst>
              </p:cNvPr>
              <p:cNvSpPr/>
              <p:nvPr/>
            </p:nvSpPr>
            <p:spPr>
              <a:xfrm rot="16200000">
                <a:off x="4070758" y="3667724"/>
                <a:ext cx="408258" cy="408258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37464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5" name="Ellipse 24">
            <a:extLst>
              <a:ext uri="{FF2B5EF4-FFF2-40B4-BE49-F238E27FC236}">
                <a16:creationId xmlns:a16="http://schemas.microsoft.com/office/drawing/2014/main" id="{E165E420-ECBD-BF1F-7B05-C1474BCB6E55}"/>
              </a:ext>
            </a:extLst>
          </p:cNvPr>
          <p:cNvSpPr/>
          <p:nvPr userDrawn="1"/>
        </p:nvSpPr>
        <p:spPr>
          <a:xfrm>
            <a:off x="4641586" y="4027662"/>
            <a:ext cx="721028" cy="7210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29D569F0-976B-E3D7-D034-2191914D10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9632" y="2808391"/>
            <a:ext cx="216046" cy="207404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9BFC5E3C-DC5A-A016-318C-D7C0E1BDF424}"/>
              </a:ext>
            </a:extLst>
          </p:cNvPr>
          <p:cNvGrpSpPr/>
          <p:nvPr userDrawn="1"/>
        </p:nvGrpSpPr>
        <p:grpSpPr>
          <a:xfrm>
            <a:off x="4488315" y="784317"/>
            <a:ext cx="904315" cy="904315"/>
            <a:chOff x="4488315" y="784317"/>
            <a:chExt cx="904315" cy="904315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 userDrawn="1"/>
          </p:nvSpPr>
          <p:spPr>
            <a:xfrm rot="6588239" flipH="1">
              <a:off x="4584427" y="880429"/>
              <a:ext cx="712090" cy="712090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2088239" flipH="1">
              <a:off x="4488315" y="784317"/>
              <a:ext cx="904315" cy="904315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3B2B4850-75B6-3B1D-1094-A1AEFD00B63D}"/>
              </a:ext>
            </a:extLst>
          </p:cNvPr>
          <p:cNvSpPr/>
          <p:nvPr userDrawn="1"/>
        </p:nvSpPr>
        <p:spPr>
          <a:xfrm>
            <a:off x="9349150" y="6257190"/>
            <a:ext cx="1043171" cy="600810"/>
          </a:xfrm>
          <a:custGeom>
            <a:avLst/>
            <a:gdLst>
              <a:gd name="connsiteX0" fmla="*/ 924405 w 1043171"/>
              <a:gd name="connsiteY0" fmla="*/ 0 h 600810"/>
              <a:gd name="connsiteX1" fmla="*/ 1043171 w 1043171"/>
              <a:gd name="connsiteY1" fmla="*/ 124706 h 600810"/>
              <a:gd name="connsiteX2" fmla="*/ 1009521 w 1043171"/>
              <a:gd name="connsiteY2" fmla="*/ 205864 h 600810"/>
              <a:gd name="connsiteX3" fmla="*/ 817514 w 1043171"/>
              <a:gd name="connsiteY3" fmla="*/ 445378 h 600810"/>
              <a:gd name="connsiteX4" fmla="*/ 941860 w 1043171"/>
              <a:gd name="connsiteY4" fmla="*/ 600810 h 600810"/>
              <a:gd name="connsiteX5" fmla="*/ 628543 w 1043171"/>
              <a:gd name="connsiteY5" fmla="*/ 600810 h 600810"/>
              <a:gd name="connsiteX6" fmla="*/ 572062 w 1043171"/>
              <a:gd name="connsiteY6" fmla="*/ 528515 h 600810"/>
              <a:gd name="connsiteX7" fmla="*/ 538411 w 1043171"/>
              <a:gd name="connsiteY7" fmla="*/ 447357 h 600810"/>
              <a:gd name="connsiteX8" fmla="*/ 572062 w 1043171"/>
              <a:gd name="connsiteY8" fmla="*/ 366200 h 600810"/>
              <a:gd name="connsiteX9" fmla="*/ 811576 w 1043171"/>
              <a:gd name="connsiteY9" fmla="*/ 59384 h 600810"/>
              <a:gd name="connsiteX10" fmla="*/ 924405 w 1043171"/>
              <a:gd name="connsiteY10" fmla="*/ 0 h 600810"/>
              <a:gd name="connsiteX11" fmla="*/ 385994 w 1043171"/>
              <a:gd name="connsiteY11" fmla="*/ 0 h 600810"/>
              <a:gd name="connsiteX12" fmla="*/ 504760 w 1043171"/>
              <a:gd name="connsiteY12" fmla="*/ 124706 h 600810"/>
              <a:gd name="connsiteX13" fmla="*/ 471110 w 1043171"/>
              <a:gd name="connsiteY13" fmla="*/ 205864 h 600810"/>
              <a:gd name="connsiteX14" fmla="*/ 279103 w 1043171"/>
              <a:gd name="connsiteY14" fmla="*/ 445378 h 600810"/>
              <a:gd name="connsiteX15" fmla="*/ 403449 w 1043171"/>
              <a:gd name="connsiteY15" fmla="*/ 600810 h 600810"/>
              <a:gd name="connsiteX16" fmla="*/ 90132 w 1043171"/>
              <a:gd name="connsiteY16" fmla="*/ 600810 h 600810"/>
              <a:gd name="connsiteX17" fmla="*/ 33651 w 1043171"/>
              <a:gd name="connsiteY17" fmla="*/ 528515 h 600810"/>
              <a:gd name="connsiteX18" fmla="*/ 0 w 1043171"/>
              <a:gd name="connsiteY18" fmla="*/ 447357 h 600810"/>
              <a:gd name="connsiteX19" fmla="*/ 33651 w 1043171"/>
              <a:gd name="connsiteY19" fmla="*/ 366200 h 600810"/>
              <a:gd name="connsiteX20" fmla="*/ 273165 w 1043171"/>
              <a:gd name="connsiteY20" fmla="*/ 59384 h 600810"/>
              <a:gd name="connsiteX21" fmla="*/ 385994 w 1043171"/>
              <a:gd name="connsiteY21" fmla="*/ 0 h 60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3171" h="600810">
                <a:moveTo>
                  <a:pt x="924405" y="0"/>
                </a:moveTo>
                <a:cubicBezTo>
                  <a:pt x="993686" y="0"/>
                  <a:pt x="1043171" y="55425"/>
                  <a:pt x="1043171" y="124706"/>
                </a:cubicBezTo>
                <a:cubicBezTo>
                  <a:pt x="1043171" y="154397"/>
                  <a:pt x="1027336" y="184090"/>
                  <a:pt x="1009521" y="205864"/>
                </a:cubicBezTo>
                <a:lnTo>
                  <a:pt x="817514" y="445378"/>
                </a:lnTo>
                <a:lnTo>
                  <a:pt x="941860" y="600810"/>
                </a:lnTo>
                <a:lnTo>
                  <a:pt x="628543" y="600810"/>
                </a:lnTo>
                <a:lnTo>
                  <a:pt x="572062" y="528515"/>
                </a:lnTo>
                <a:cubicBezTo>
                  <a:pt x="550288" y="502783"/>
                  <a:pt x="538411" y="479029"/>
                  <a:pt x="538411" y="447357"/>
                </a:cubicBezTo>
                <a:cubicBezTo>
                  <a:pt x="538411" y="415686"/>
                  <a:pt x="550288" y="391932"/>
                  <a:pt x="572062" y="366200"/>
                </a:cubicBezTo>
                <a:lnTo>
                  <a:pt x="811576" y="59384"/>
                </a:lnTo>
                <a:cubicBezTo>
                  <a:pt x="837309" y="25733"/>
                  <a:pt x="878877" y="0"/>
                  <a:pt x="924405" y="0"/>
                </a:cubicBezTo>
                <a:close/>
                <a:moveTo>
                  <a:pt x="385994" y="0"/>
                </a:moveTo>
                <a:cubicBezTo>
                  <a:pt x="455275" y="0"/>
                  <a:pt x="504760" y="55425"/>
                  <a:pt x="504760" y="124706"/>
                </a:cubicBezTo>
                <a:cubicBezTo>
                  <a:pt x="504760" y="154397"/>
                  <a:pt x="488925" y="184090"/>
                  <a:pt x="471110" y="205864"/>
                </a:cubicBezTo>
                <a:lnTo>
                  <a:pt x="279103" y="445378"/>
                </a:lnTo>
                <a:lnTo>
                  <a:pt x="403449" y="600810"/>
                </a:lnTo>
                <a:lnTo>
                  <a:pt x="90132" y="600810"/>
                </a:lnTo>
                <a:lnTo>
                  <a:pt x="33651" y="528515"/>
                </a:lnTo>
                <a:cubicBezTo>
                  <a:pt x="11877" y="502783"/>
                  <a:pt x="0" y="479029"/>
                  <a:pt x="0" y="447357"/>
                </a:cubicBezTo>
                <a:cubicBezTo>
                  <a:pt x="0" y="415686"/>
                  <a:pt x="11877" y="391932"/>
                  <a:pt x="33651" y="366200"/>
                </a:cubicBezTo>
                <a:lnTo>
                  <a:pt x="273165" y="59384"/>
                </a:lnTo>
                <a:cubicBezTo>
                  <a:pt x="298897" y="25733"/>
                  <a:pt x="340466" y="0"/>
                  <a:pt x="385994" y="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11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5679F044-E68B-37DF-4252-E70DF1BA87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499EF54-63A9-B32E-EE76-B60C3FA9D16E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066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Bioga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1CEB2B00-3761-317D-61F8-4073FDA50AB2}"/>
              </a:ext>
            </a:extLst>
          </p:cNvPr>
          <p:cNvSpPr/>
          <p:nvPr userDrawn="1"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9" name="Cercle : creux 38">
            <a:extLst>
              <a:ext uri="{FF2B5EF4-FFF2-40B4-BE49-F238E27FC236}">
                <a16:creationId xmlns:a16="http://schemas.microsoft.com/office/drawing/2014/main" id="{88367716-6B7C-2FE2-6F11-204BCF414B1A}"/>
              </a:ext>
            </a:extLst>
          </p:cNvPr>
          <p:cNvSpPr/>
          <p:nvPr userDrawn="1"/>
        </p:nvSpPr>
        <p:spPr>
          <a:xfrm>
            <a:off x="4645219" y="2024839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5" name="Image 14" descr="Une image contenant plein air, arbre, plante, herbe&#10;&#10;Description générée automatiquement">
            <a:extLst>
              <a:ext uri="{FF2B5EF4-FFF2-40B4-BE49-F238E27FC236}">
                <a16:creationId xmlns:a16="http://schemas.microsoft.com/office/drawing/2014/main" id="{3AAD121A-4C40-83F9-7F79-DECA4F07E3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8" t="346" r="21998" b="378"/>
          <a:stretch>
            <a:fillRect/>
          </a:stretch>
        </p:blipFill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3208626 w 3208626"/>
              <a:gd name="connsiteY1" fmla="*/ 1604313 h 5704388"/>
              <a:gd name="connsiteX2" fmla="*/ 3208625 w 3208626"/>
              <a:gd name="connsiteY2" fmla="*/ 4100077 h 5704388"/>
              <a:gd name="connsiteX3" fmla="*/ 1768344 w 3208626"/>
              <a:gd name="connsiteY3" fmla="*/ 5696107 h 5704388"/>
              <a:gd name="connsiteX4" fmla="*/ 1604351 w 3208626"/>
              <a:gd name="connsiteY4" fmla="*/ 5704388 h 5704388"/>
              <a:gd name="connsiteX5" fmla="*/ 1604295 w 3208626"/>
              <a:gd name="connsiteY5" fmla="*/ 5704388 h 5704388"/>
              <a:gd name="connsiteX6" fmla="*/ 1440281 w 3208626"/>
              <a:gd name="connsiteY6" fmla="*/ 5696106 h 5704388"/>
              <a:gd name="connsiteX7" fmla="*/ 0 w 3208626"/>
              <a:gd name="connsiteY7" fmla="*/ 4100076 h 5704388"/>
              <a:gd name="connsiteX8" fmla="*/ 0 w 3208626"/>
              <a:gd name="connsiteY8" fmla="*/ 1604313 h 5704388"/>
              <a:gd name="connsiteX9" fmla="*/ 1604313 w 3208626"/>
              <a:gd name="connsiteY9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2490351" y="0"/>
                  <a:pt x="3208626" y="718275"/>
                  <a:pt x="3208626" y="1604313"/>
                </a:cubicBezTo>
                <a:cubicBezTo>
                  <a:pt x="3208626" y="2436234"/>
                  <a:pt x="3208625" y="3268156"/>
                  <a:pt x="3208625" y="4100077"/>
                </a:cubicBezTo>
                <a:cubicBezTo>
                  <a:pt x="3208625" y="4930738"/>
                  <a:pt x="2577329" y="5613951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1604313"/>
                </a:lnTo>
                <a:cubicBezTo>
                  <a:pt x="0" y="718275"/>
                  <a:pt x="718275" y="0"/>
                  <a:pt x="1604313" y="0"/>
                </a:cubicBezTo>
                <a:close/>
              </a:path>
            </a:pathLst>
          </a:cu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F63F924-E44D-3283-22B1-C6E9CE51FD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758" y="564335"/>
            <a:ext cx="5923846" cy="5745976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9BFC5E3C-DC5A-A016-318C-D7C0E1BDF424}"/>
              </a:ext>
            </a:extLst>
          </p:cNvPr>
          <p:cNvGrpSpPr/>
          <p:nvPr userDrawn="1"/>
        </p:nvGrpSpPr>
        <p:grpSpPr>
          <a:xfrm>
            <a:off x="4488315" y="4657316"/>
            <a:ext cx="904315" cy="904315"/>
            <a:chOff x="4488315" y="784317"/>
            <a:chExt cx="904315" cy="904315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 userDrawn="1"/>
          </p:nvSpPr>
          <p:spPr>
            <a:xfrm rot="6588239" flipH="1">
              <a:off x="4584427" y="880429"/>
              <a:ext cx="712090" cy="712090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2088239" flipH="1">
              <a:off x="4488315" y="784317"/>
              <a:ext cx="904315" cy="904315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E8113276-A65E-744A-30FE-EF9DCFEBCA0B}"/>
              </a:ext>
            </a:extLst>
          </p:cNvPr>
          <p:cNvGrpSpPr/>
          <p:nvPr userDrawn="1"/>
        </p:nvGrpSpPr>
        <p:grpSpPr>
          <a:xfrm rot="16200000">
            <a:off x="1438654" y="3303191"/>
            <a:ext cx="718415" cy="1280546"/>
            <a:chOff x="1338447" y="2011148"/>
            <a:chExt cx="718415" cy="1280546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D585B024-77CA-4A0D-6BEF-F26CE2FCDFC2}"/>
                </a:ext>
              </a:extLst>
            </p:cNvPr>
            <p:cNvGrpSpPr/>
            <p:nvPr userDrawn="1"/>
          </p:nvGrpSpPr>
          <p:grpSpPr>
            <a:xfrm rot="5400000">
              <a:off x="1057382" y="2292213"/>
              <a:ext cx="1280546" cy="718415"/>
              <a:chOff x="180181" y="3323351"/>
              <a:chExt cx="1183351" cy="663886"/>
            </a:xfrm>
          </p:grpSpPr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2027B0EC-609D-2C74-57CB-E5EE67113F60}"/>
                  </a:ext>
                </a:extLst>
              </p:cNvPr>
              <p:cNvSpPr/>
              <p:nvPr/>
            </p:nvSpPr>
            <p:spPr>
              <a:xfrm rot="16200000">
                <a:off x="439914" y="3063618"/>
                <a:ext cx="663886" cy="118335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200CDA53-B4FA-5117-8642-B50B65E4563B}"/>
                  </a:ext>
                </a:extLst>
              </p:cNvPr>
              <p:cNvGrpSpPr/>
              <p:nvPr/>
            </p:nvGrpSpPr>
            <p:grpSpPr>
              <a:xfrm rot="16200000">
                <a:off x="519858" y="3148028"/>
                <a:ext cx="504000" cy="1014530"/>
                <a:chOff x="4022887" y="3124901"/>
                <a:chExt cx="504000" cy="1014530"/>
              </a:xfrm>
            </p:grpSpPr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207DF420-62BD-CB79-34FC-573C88E79650}"/>
                    </a:ext>
                  </a:extLst>
                </p:cNvPr>
                <p:cNvSpPr/>
                <p:nvPr/>
              </p:nvSpPr>
              <p:spPr>
                <a:xfrm>
                  <a:off x="4022887" y="3124901"/>
                  <a:ext cx="504000" cy="101453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orme libre : forme 37">
                  <a:extLst>
                    <a:ext uri="{FF2B5EF4-FFF2-40B4-BE49-F238E27FC236}">
                      <a16:creationId xmlns:a16="http://schemas.microsoft.com/office/drawing/2014/main" id="{58219113-C86D-24FB-1A94-048E661DAB87}"/>
                    </a:ext>
                  </a:extLst>
                </p:cNvPr>
                <p:cNvSpPr/>
                <p:nvPr/>
              </p:nvSpPr>
              <p:spPr>
                <a:xfrm rot="16200000">
                  <a:off x="4070758" y="3667724"/>
                  <a:ext cx="408258" cy="408258"/>
                </a:xfrm>
                <a:custGeom>
                  <a:avLst/>
                  <a:gdLst>
                    <a:gd name="connsiteX0" fmla="*/ 171450 w 171450"/>
                    <a:gd name="connsiteY0" fmla="*/ 85725 h 171450"/>
                    <a:gd name="connsiteX1" fmla="*/ 85725 w 171450"/>
                    <a:gd name="connsiteY1" fmla="*/ 171450 h 171450"/>
                    <a:gd name="connsiteX2" fmla="*/ 0 w 171450"/>
                    <a:gd name="connsiteY2" fmla="*/ 85725 h 171450"/>
                    <a:gd name="connsiteX3" fmla="*/ 85725 w 171450"/>
                    <a:gd name="connsiteY3" fmla="*/ 0 h 171450"/>
                    <a:gd name="connsiteX4" fmla="*/ 171450 w 171450"/>
                    <a:gd name="connsiteY4" fmla="*/ 85725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74649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3" name="Graphique 32">
              <a:extLst>
                <a:ext uri="{FF2B5EF4-FFF2-40B4-BE49-F238E27FC236}">
                  <a16:creationId xmlns:a16="http://schemas.microsoft.com/office/drawing/2014/main" id="{29D569F0-976B-E3D7-D034-2191914D1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89632" y="2808391"/>
              <a:ext cx="216046" cy="207404"/>
            </a:xfrm>
            <a:prstGeom prst="rect">
              <a:avLst/>
            </a:prstGeom>
          </p:spPr>
        </p:pic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12D74F68-067D-4FCB-19A0-DF5CEE7F7200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15000">
                <a:schemeClr val="tx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F840603E-FE1D-8003-0EDA-3DDC08BC3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cxnSp>
        <p:nvCxnSpPr>
          <p:cNvPr id="4" name="Connecteur droit 1">
            <a:extLst>
              <a:ext uri="{FF2B5EF4-FFF2-40B4-BE49-F238E27FC236}">
                <a16:creationId xmlns:a16="http://schemas.microsoft.com/office/drawing/2014/main" id="{6FAFFE49-68CE-0E5B-57C7-D94CFB364380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05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D56B633-3278-C30C-1808-4F280779DDC1}"/>
              </a:ext>
            </a:extLst>
          </p:cNvPr>
          <p:cNvSpPr/>
          <p:nvPr userDrawn="1"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6" name="Espace réservé pour une image  25">
            <a:extLst>
              <a:ext uri="{FF2B5EF4-FFF2-40B4-BE49-F238E27FC236}">
                <a16:creationId xmlns:a16="http://schemas.microsoft.com/office/drawing/2014/main" id="{2E913D75-C7D8-6D23-87D9-0377DFB8E1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2624805 w 3208626"/>
              <a:gd name="connsiteY1" fmla="*/ 366347 h 5704388"/>
              <a:gd name="connsiteX2" fmla="*/ 2725754 w 3208626"/>
              <a:gd name="connsiteY2" fmla="*/ 458095 h 5704388"/>
              <a:gd name="connsiteX3" fmla="*/ 2698775 w 3208626"/>
              <a:gd name="connsiteY3" fmla="*/ 526400 h 5704388"/>
              <a:gd name="connsiteX4" fmla="*/ 2853675 w 3208626"/>
              <a:gd name="connsiteY4" fmla="*/ 1011030 h 5704388"/>
              <a:gd name="connsiteX5" fmla="*/ 2859604 w 3208626"/>
              <a:gd name="connsiteY5" fmla="*/ 1013049 h 5704388"/>
              <a:gd name="connsiteX6" fmla="*/ 2867046 w 3208626"/>
              <a:gd name="connsiteY6" fmla="*/ 1009517 h 5704388"/>
              <a:gd name="connsiteX7" fmla="*/ 2865532 w 3208626"/>
              <a:gd name="connsiteY7" fmla="*/ 996272 h 5704388"/>
              <a:gd name="connsiteX8" fmla="*/ 2716939 w 3208626"/>
              <a:gd name="connsiteY8" fmla="*/ 531698 h 5704388"/>
              <a:gd name="connsiteX9" fmla="*/ 2740554 w 3208626"/>
              <a:gd name="connsiteY9" fmla="*/ 471895 h 5704388"/>
              <a:gd name="connsiteX10" fmla="*/ 2842279 w 3208626"/>
              <a:gd name="connsiteY10" fmla="*/ 583821 h 5704388"/>
              <a:gd name="connsiteX11" fmla="*/ 3208626 w 3208626"/>
              <a:gd name="connsiteY11" fmla="*/ 1604313 h 5704388"/>
              <a:gd name="connsiteX12" fmla="*/ 3208626 w 3208626"/>
              <a:gd name="connsiteY12" fmla="*/ 3443904 h 5704388"/>
              <a:gd name="connsiteX13" fmla="*/ 3204240 w 3208626"/>
              <a:gd name="connsiteY13" fmla="*/ 3443462 h 5704388"/>
              <a:gd name="connsiteX14" fmla="*/ 2843726 w 3208626"/>
              <a:gd name="connsiteY14" fmla="*/ 3803976 h 5704388"/>
              <a:gd name="connsiteX15" fmla="*/ 3204240 w 3208626"/>
              <a:gd name="connsiteY15" fmla="*/ 4164490 h 5704388"/>
              <a:gd name="connsiteX16" fmla="*/ 3205582 w 3208626"/>
              <a:gd name="connsiteY16" fmla="*/ 4164355 h 5704388"/>
              <a:gd name="connsiteX17" fmla="*/ 3201338 w 3208626"/>
              <a:gd name="connsiteY17" fmla="*/ 4253988 h 5704388"/>
              <a:gd name="connsiteX18" fmla="*/ 1768344 w 3208626"/>
              <a:gd name="connsiteY18" fmla="*/ 5696107 h 5704388"/>
              <a:gd name="connsiteX19" fmla="*/ 1604351 w 3208626"/>
              <a:gd name="connsiteY19" fmla="*/ 5704388 h 5704388"/>
              <a:gd name="connsiteX20" fmla="*/ 1604295 w 3208626"/>
              <a:gd name="connsiteY20" fmla="*/ 5704388 h 5704388"/>
              <a:gd name="connsiteX21" fmla="*/ 1440281 w 3208626"/>
              <a:gd name="connsiteY21" fmla="*/ 5696106 h 5704388"/>
              <a:gd name="connsiteX22" fmla="*/ 0 w 3208626"/>
              <a:gd name="connsiteY22" fmla="*/ 4100076 h 5704388"/>
              <a:gd name="connsiteX23" fmla="*/ 0 w 3208626"/>
              <a:gd name="connsiteY23" fmla="*/ 2691564 h 5704388"/>
              <a:gd name="connsiteX24" fmla="*/ 39615 w 3208626"/>
              <a:gd name="connsiteY24" fmla="*/ 2679267 h 5704388"/>
              <a:gd name="connsiteX25" fmla="*/ 259003 w 3208626"/>
              <a:gd name="connsiteY25" fmla="*/ 2348287 h 5704388"/>
              <a:gd name="connsiteX26" fmla="*/ 259004 w 3208626"/>
              <a:gd name="connsiteY26" fmla="*/ 1786156 h 5704388"/>
              <a:gd name="connsiteX27" fmla="*/ 39616 w 3208626"/>
              <a:gd name="connsiteY27" fmla="*/ 1455176 h 5704388"/>
              <a:gd name="connsiteX28" fmla="*/ 8026 w 3208626"/>
              <a:gd name="connsiteY28" fmla="*/ 1445370 h 5704388"/>
              <a:gd name="connsiteX29" fmla="*/ 8283 w 3208626"/>
              <a:gd name="connsiteY29" fmla="*/ 1440281 h 5704388"/>
              <a:gd name="connsiteX30" fmla="*/ 1604313 w 3208626"/>
              <a:gd name="connsiteY30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1991955" y="0"/>
                  <a:pt x="2347485" y="137482"/>
                  <a:pt x="2624805" y="366347"/>
                </a:cubicBezTo>
                <a:lnTo>
                  <a:pt x="2725754" y="458095"/>
                </a:lnTo>
                <a:lnTo>
                  <a:pt x="2698775" y="526400"/>
                </a:lnTo>
                <a:cubicBezTo>
                  <a:pt x="2647689" y="705015"/>
                  <a:pt x="2708488" y="895234"/>
                  <a:pt x="2853675" y="1011030"/>
                </a:cubicBezTo>
                <a:cubicBezTo>
                  <a:pt x="2855441" y="1012418"/>
                  <a:pt x="2857585" y="1013049"/>
                  <a:pt x="2859604" y="1013049"/>
                </a:cubicBezTo>
                <a:cubicBezTo>
                  <a:pt x="2862379" y="1013049"/>
                  <a:pt x="2865154" y="1011913"/>
                  <a:pt x="2867046" y="1009517"/>
                </a:cubicBezTo>
                <a:cubicBezTo>
                  <a:pt x="2870325" y="1005480"/>
                  <a:pt x="2869569" y="999552"/>
                  <a:pt x="2865532" y="996272"/>
                </a:cubicBezTo>
                <a:cubicBezTo>
                  <a:pt x="2726274" y="885269"/>
                  <a:pt x="2667997" y="702870"/>
                  <a:pt x="2716939" y="531698"/>
                </a:cubicBezTo>
                <a:lnTo>
                  <a:pt x="2740554" y="471895"/>
                </a:lnTo>
                <a:lnTo>
                  <a:pt x="2842279" y="583821"/>
                </a:lnTo>
                <a:cubicBezTo>
                  <a:pt x="3071144" y="861141"/>
                  <a:pt x="3208626" y="1216672"/>
                  <a:pt x="3208626" y="1604313"/>
                </a:cubicBezTo>
                <a:lnTo>
                  <a:pt x="3208626" y="3443904"/>
                </a:lnTo>
                <a:lnTo>
                  <a:pt x="3204240" y="3443462"/>
                </a:lnTo>
                <a:cubicBezTo>
                  <a:pt x="3005134" y="3443462"/>
                  <a:pt x="2843726" y="3604870"/>
                  <a:pt x="2843726" y="3803976"/>
                </a:cubicBezTo>
                <a:cubicBezTo>
                  <a:pt x="2843726" y="4003082"/>
                  <a:pt x="3005134" y="4164490"/>
                  <a:pt x="3204240" y="4164490"/>
                </a:cubicBezTo>
                <a:lnTo>
                  <a:pt x="3205582" y="4164355"/>
                </a:lnTo>
                <a:lnTo>
                  <a:pt x="3201338" y="4253988"/>
                </a:lnTo>
                <a:cubicBezTo>
                  <a:pt x="3129019" y="5013792"/>
                  <a:pt x="2526768" y="5619086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2691564"/>
                </a:lnTo>
                <a:lnTo>
                  <a:pt x="39615" y="2679267"/>
                </a:lnTo>
                <a:cubicBezTo>
                  <a:pt x="168540" y="2624736"/>
                  <a:pt x="259003" y="2497076"/>
                  <a:pt x="259003" y="2348287"/>
                </a:cubicBezTo>
                <a:cubicBezTo>
                  <a:pt x="259003" y="2160910"/>
                  <a:pt x="259004" y="1973533"/>
                  <a:pt x="259004" y="1786156"/>
                </a:cubicBezTo>
                <a:cubicBezTo>
                  <a:pt x="259004" y="1637367"/>
                  <a:pt x="168541" y="1509707"/>
                  <a:pt x="39616" y="1455176"/>
                </a:cubicBezTo>
                <a:lnTo>
                  <a:pt x="8026" y="1445370"/>
                </a:lnTo>
                <a:lnTo>
                  <a:pt x="8283" y="1440281"/>
                </a:lnTo>
                <a:cubicBezTo>
                  <a:pt x="90440" y="631297"/>
                  <a:pt x="773653" y="0"/>
                  <a:pt x="1604313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sp>
        <p:nvSpPr>
          <p:cNvPr id="3" name="Cercle : creux 2">
            <a:extLst>
              <a:ext uri="{FF2B5EF4-FFF2-40B4-BE49-F238E27FC236}">
                <a16:creationId xmlns:a16="http://schemas.microsoft.com/office/drawing/2014/main" id="{208BB342-3C99-01BC-0293-93F2F3A6E116}"/>
              </a:ext>
            </a:extLst>
          </p:cNvPr>
          <p:cNvSpPr/>
          <p:nvPr userDrawn="1"/>
        </p:nvSpPr>
        <p:spPr>
          <a:xfrm>
            <a:off x="4645219" y="4750764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00CDA53-B4FA-5117-8642-B50B65E4563B}"/>
              </a:ext>
            </a:extLst>
          </p:cNvPr>
          <p:cNvGrpSpPr/>
          <p:nvPr/>
        </p:nvGrpSpPr>
        <p:grpSpPr>
          <a:xfrm>
            <a:off x="1424958" y="2102493"/>
            <a:ext cx="545397" cy="1097859"/>
            <a:chOff x="4022887" y="3124901"/>
            <a:chExt cx="504000" cy="1014530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207DF420-62BD-CB79-34FC-573C88E79650}"/>
                </a:ext>
              </a:extLst>
            </p:cNvPr>
            <p:cNvSpPr/>
            <p:nvPr/>
          </p:nvSpPr>
          <p:spPr>
            <a:xfrm>
              <a:off x="4022887" y="3124901"/>
              <a:ext cx="504000" cy="101453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8219113-C86D-24FB-1A94-048E661DAB87}"/>
                </a:ext>
              </a:extLst>
            </p:cNvPr>
            <p:cNvSpPr/>
            <p:nvPr/>
          </p:nvSpPr>
          <p:spPr>
            <a:xfrm rot="16200000">
              <a:off x="4070758" y="3667724"/>
              <a:ext cx="408258" cy="408258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27" name="Graphique 26">
            <a:extLst>
              <a:ext uri="{FF2B5EF4-FFF2-40B4-BE49-F238E27FC236}">
                <a16:creationId xmlns:a16="http://schemas.microsoft.com/office/drawing/2014/main" id="{29D569F0-976B-E3D7-D034-2191914D1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9632" y="2808391"/>
            <a:ext cx="216046" cy="207404"/>
          </a:xfrm>
          <a:prstGeom prst="rect">
            <a:avLst/>
          </a:prstGeom>
        </p:spPr>
      </p:pic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3B2B4850-75B6-3B1D-1094-A1AEFD00B63D}"/>
              </a:ext>
            </a:extLst>
          </p:cNvPr>
          <p:cNvSpPr/>
          <p:nvPr userDrawn="1"/>
        </p:nvSpPr>
        <p:spPr>
          <a:xfrm>
            <a:off x="9349150" y="6257190"/>
            <a:ext cx="1043171" cy="600810"/>
          </a:xfrm>
          <a:custGeom>
            <a:avLst/>
            <a:gdLst>
              <a:gd name="connsiteX0" fmla="*/ 924405 w 1043171"/>
              <a:gd name="connsiteY0" fmla="*/ 0 h 600810"/>
              <a:gd name="connsiteX1" fmla="*/ 1043171 w 1043171"/>
              <a:gd name="connsiteY1" fmla="*/ 124706 h 600810"/>
              <a:gd name="connsiteX2" fmla="*/ 1009521 w 1043171"/>
              <a:gd name="connsiteY2" fmla="*/ 205864 h 600810"/>
              <a:gd name="connsiteX3" fmla="*/ 817514 w 1043171"/>
              <a:gd name="connsiteY3" fmla="*/ 445378 h 600810"/>
              <a:gd name="connsiteX4" fmla="*/ 941860 w 1043171"/>
              <a:gd name="connsiteY4" fmla="*/ 600810 h 600810"/>
              <a:gd name="connsiteX5" fmla="*/ 628543 w 1043171"/>
              <a:gd name="connsiteY5" fmla="*/ 600810 h 600810"/>
              <a:gd name="connsiteX6" fmla="*/ 572062 w 1043171"/>
              <a:gd name="connsiteY6" fmla="*/ 528515 h 600810"/>
              <a:gd name="connsiteX7" fmla="*/ 538411 w 1043171"/>
              <a:gd name="connsiteY7" fmla="*/ 447357 h 600810"/>
              <a:gd name="connsiteX8" fmla="*/ 572062 w 1043171"/>
              <a:gd name="connsiteY8" fmla="*/ 366200 h 600810"/>
              <a:gd name="connsiteX9" fmla="*/ 811576 w 1043171"/>
              <a:gd name="connsiteY9" fmla="*/ 59384 h 600810"/>
              <a:gd name="connsiteX10" fmla="*/ 924405 w 1043171"/>
              <a:gd name="connsiteY10" fmla="*/ 0 h 600810"/>
              <a:gd name="connsiteX11" fmla="*/ 385994 w 1043171"/>
              <a:gd name="connsiteY11" fmla="*/ 0 h 600810"/>
              <a:gd name="connsiteX12" fmla="*/ 504760 w 1043171"/>
              <a:gd name="connsiteY12" fmla="*/ 124706 h 600810"/>
              <a:gd name="connsiteX13" fmla="*/ 471110 w 1043171"/>
              <a:gd name="connsiteY13" fmla="*/ 205864 h 600810"/>
              <a:gd name="connsiteX14" fmla="*/ 279103 w 1043171"/>
              <a:gd name="connsiteY14" fmla="*/ 445378 h 600810"/>
              <a:gd name="connsiteX15" fmla="*/ 403449 w 1043171"/>
              <a:gd name="connsiteY15" fmla="*/ 600810 h 600810"/>
              <a:gd name="connsiteX16" fmla="*/ 90132 w 1043171"/>
              <a:gd name="connsiteY16" fmla="*/ 600810 h 600810"/>
              <a:gd name="connsiteX17" fmla="*/ 33651 w 1043171"/>
              <a:gd name="connsiteY17" fmla="*/ 528515 h 600810"/>
              <a:gd name="connsiteX18" fmla="*/ 0 w 1043171"/>
              <a:gd name="connsiteY18" fmla="*/ 447357 h 600810"/>
              <a:gd name="connsiteX19" fmla="*/ 33651 w 1043171"/>
              <a:gd name="connsiteY19" fmla="*/ 366200 h 600810"/>
              <a:gd name="connsiteX20" fmla="*/ 273165 w 1043171"/>
              <a:gd name="connsiteY20" fmla="*/ 59384 h 600810"/>
              <a:gd name="connsiteX21" fmla="*/ 385994 w 1043171"/>
              <a:gd name="connsiteY21" fmla="*/ 0 h 60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3171" h="600810">
                <a:moveTo>
                  <a:pt x="924405" y="0"/>
                </a:moveTo>
                <a:cubicBezTo>
                  <a:pt x="993686" y="0"/>
                  <a:pt x="1043171" y="55425"/>
                  <a:pt x="1043171" y="124706"/>
                </a:cubicBezTo>
                <a:cubicBezTo>
                  <a:pt x="1043171" y="154397"/>
                  <a:pt x="1027336" y="184090"/>
                  <a:pt x="1009521" y="205864"/>
                </a:cubicBezTo>
                <a:lnTo>
                  <a:pt x="817514" y="445378"/>
                </a:lnTo>
                <a:lnTo>
                  <a:pt x="941860" y="600810"/>
                </a:lnTo>
                <a:lnTo>
                  <a:pt x="628543" y="600810"/>
                </a:lnTo>
                <a:lnTo>
                  <a:pt x="572062" y="528515"/>
                </a:lnTo>
                <a:cubicBezTo>
                  <a:pt x="550288" y="502783"/>
                  <a:pt x="538411" y="479029"/>
                  <a:pt x="538411" y="447357"/>
                </a:cubicBezTo>
                <a:cubicBezTo>
                  <a:pt x="538411" y="415686"/>
                  <a:pt x="550288" y="391932"/>
                  <a:pt x="572062" y="366200"/>
                </a:cubicBezTo>
                <a:lnTo>
                  <a:pt x="811576" y="59384"/>
                </a:lnTo>
                <a:cubicBezTo>
                  <a:pt x="837309" y="25733"/>
                  <a:pt x="878877" y="0"/>
                  <a:pt x="924405" y="0"/>
                </a:cubicBezTo>
                <a:close/>
                <a:moveTo>
                  <a:pt x="385994" y="0"/>
                </a:moveTo>
                <a:cubicBezTo>
                  <a:pt x="455275" y="0"/>
                  <a:pt x="504760" y="55425"/>
                  <a:pt x="504760" y="124706"/>
                </a:cubicBezTo>
                <a:cubicBezTo>
                  <a:pt x="504760" y="154397"/>
                  <a:pt x="488925" y="184090"/>
                  <a:pt x="471110" y="205864"/>
                </a:cubicBezTo>
                <a:lnTo>
                  <a:pt x="279103" y="445378"/>
                </a:lnTo>
                <a:lnTo>
                  <a:pt x="403449" y="600810"/>
                </a:lnTo>
                <a:lnTo>
                  <a:pt x="90132" y="600810"/>
                </a:lnTo>
                <a:lnTo>
                  <a:pt x="33651" y="528515"/>
                </a:lnTo>
                <a:cubicBezTo>
                  <a:pt x="11877" y="502783"/>
                  <a:pt x="0" y="479029"/>
                  <a:pt x="0" y="447357"/>
                </a:cubicBezTo>
                <a:cubicBezTo>
                  <a:pt x="0" y="415686"/>
                  <a:pt x="11877" y="391932"/>
                  <a:pt x="33651" y="366200"/>
                </a:cubicBezTo>
                <a:lnTo>
                  <a:pt x="273165" y="59384"/>
                </a:lnTo>
                <a:cubicBezTo>
                  <a:pt x="298897" y="25733"/>
                  <a:pt x="340466" y="0"/>
                  <a:pt x="385994" y="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11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2963582D-AEFF-D2D5-4AA6-745A440B1E6B}"/>
              </a:ext>
            </a:extLst>
          </p:cNvPr>
          <p:cNvGrpSpPr/>
          <p:nvPr userDrawn="1"/>
        </p:nvGrpSpPr>
        <p:grpSpPr>
          <a:xfrm rot="6588239" flipH="1">
            <a:off x="4488315" y="784317"/>
            <a:ext cx="904315" cy="904315"/>
            <a:chOff x="751760" y="5112007"/>
            <a:chExt cx="1035732" cy="1035732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B13637D4-8A32-44EA-AD7C-D67C50F546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DBB445-8ED0-2711-77D1-A20301E8142C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4149037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9AFF394B-0942-050C-AC6B-BAD08C4CCED7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1EB602B-611B-B225-E95C-88A38F80CF13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0D77F91-E193-188C-FD7F-FAF5051BA199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EAED94B1-26CA-1DA7-656E-0A40532824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7051" y="1649730"/>
            <a:ext cx="11077573" cy="46240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9581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Titre 7">
            <a:extLst>
              <a:ext uri="{FF2B5EF4-FFF2-40B4-BE49-F238E27FC236}">
                <a16:creationId xmlns:a16="http://schemas.microsoft.com/office/drawing/2014/main" id="{AEC96F34-D650-6B6C-162B-374B79DCD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D83AE8E-DA3E-B46F-EA9A-AA6F6C8FF68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F1BBF94-6328-A269-4017-55E2DB03660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5D3E16E-9192-C45E-E66F-20EBC424117E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Graphique 16">
              <a:extLst>
                <a:ext uri="{FF2B5EF4-FFF2-40B4-BE49-F238E27FC236}">
                  <a16:creationId xmlns:a16="http://schemas.microsoft.com/office/drawing/2014/main" id="{E8CF41EE-7EC3-1695-DBD5-F2956B6FF9A6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B7674402-F7C0-B9B3-5859-359CADAECEAF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C7ECFEC-5545-8D4B-C62C-2712D904CED6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168462B-552E-39A0-3E31-D5D3C32341D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2DFA8B5B-C2E0-9D2D-9401-D585FBED7C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7051" y="1649729"/>
            <a:ext cx="5280322" cy="46461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23211B78-86C2-9ED3-E9E6-A8C2DB42EE2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24302" y="1649729"/>
            <a:ext cx="5280322" cy="46461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4099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7">
            <a:extLst>
              <a:ext uri="{FF2B5EF4-FFF2-40B4-BE49-F238E27FC236}">
                <a16:creationId xmlns:a16="http://schemas.microsoft.com/office/drawing/2014/main" id="{003B9862-3743-C68F-FA0E-7AC4C0F568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9193A61-E163-A769-ACCB-4BE12530B85C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21B2C85B-C060-48B5-8778-7BAD19340EAA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DF7C20B9-ED2A-F966-2DC1-6DE273B1C719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Graphique 16">
              <a:extLst>
                <a:ext uri="{FF2B5EF4-FFF2-40B4-BE49-F238E27FC236}">
                  <a16:creationId xmlns:a16="http://schemas.microsoft.com/office/drawing/2014/main" id="{12B7EFF9-60B0-0EF4-406D-A991D69387B9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5517AD35-72C5-E223-0BBC-7FE7F71311B5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C0CADEE2-4CDB-D275-0A34-7862A98E8EC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FC9ABC56-39DC-19DF-EF83-700C40E3BE14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2F7E7483-FACA-B9FB-34A0-BEE87F1B37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8358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fr-FR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21DC5A3F-4423-8470-83A6-C2DC4CD565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01982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CE9FADEE-A0CE-792C-82E2-02BC12C005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35607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D6098B16-FC04-7FDA-2F9E-E799D51A87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851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423B2E9E-4D74-13C6-4A69-B1A98A3B1D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55476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86A3D55B-9D29-5871-6DFE-4B67F8EB6C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9101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97485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 + 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Titre 7">
            <a:extLst>
              <a:ext uri="{FF2B5EF4-FFF2-40B4-BE49-F238E27FC236}">
                <a16:creationId xmlns:a16="http://schemas.microsoft.com/office/drawing/2014/main" id="{AEC96F34-D650-6B6C-162B-374B79DCD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D83AE8E-DA3E-B46F-EA9A-AA6F6C8FF68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F1BBF94-6328-A269-4017-55E2DB03660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5D3E16E-9192-C45E-E66F-20EBC424117E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Graphique 16">
              <a:extLst>
                <a:ext uri="{FF2B5EF4-FFF2-40B4-BE49-F238E27FC236}">
                  <a16:creationId xmlns:a16="http://schemas.microsoft.com/office/drawing/2014/main" id="{E8CF41EE-7EC3-1695-DBD5-F2956B6FF9A6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B7674402-F7C0-B9B3-5859-359CADAECEAF}"/>
              </a:ext>
            </a:extLst>
          </p:cNvPr>
          <p:cNvGrpSpPr/>
          <p:nvPr userDrawn="1"/>
        </p:nvGrpSpPr>
        <p:grpSpPr>
          <a:xfrm rot="21075370" flipH="1">
            <a:off x="8680787" y="6303634"/>
            <a:ext cx="667260" cy="667258"/>
            <a:chOff x="751760" y="5112007"/>
            <a:chExt cx="1035732" cy="1035732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C7ECFEC-5545-8D4B-C62C-2712D904CED6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0924314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168462B-552E-39A0-3E31-D5D3C32341D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7246556"/>
                <a:gd name="adj2" fmla="val 18989041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2367E6C2-D82A-290B-F26E-AAB13310FBF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54813" y="1700213"/>
            <a:ext cx="3035984" cy="5152651"/>
          </a:xfrm>
          <a:solidFill>
            <a:schemeClr val="bg2"/>
          </a:solidFill>
        </p:spPr>
        <p:txBody>
          <a:bodyPr lIns="360000" tIns="360000" rIns="504000"/>
          <a:lstStyle>
            <a:lvl1pPr>
              <a:defRPr spc="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AD61DD5A-C2F4-EB16-F2C2-9097FF0EF0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7050" y="2057403"/>
            <a:ext cx="3600000" cy="42384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B7FF2D9A-5B09-017E-A6DD-97160B9E6E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0931" y="2057403"/>
            <a:ext cx="3600000" cy="42384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0312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E09B9-409B-FA6B-35A9-D4641201AB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0373" y="2129370"/>
            <a:ext cx="5039999" cy="2946752"/>
          </a:xfrm>
          <a:custGeom>
            <a:avLst/>
            <a:gdLst>
              <a:gd name="connsiteX0" fmla="*/ 0 w 5039999"/>
              <a:gd name="connsiteY0" fmla="*/ 0 h 2946752"/>
              <a:gd name="connsiteX1" fmla="*/ 3566623 w 5039999"/>
              <a:gd name="connsiteY1" fmla="*/ 0 h 2946752"/>
              <a:gd name="connsiteX2" fmla="*/ 5039999 w 5039999"/>
              <a:gd name="connsiteY2" fmla="*/ 1473376 h 2946752"/>
              <a:gd name="connsiteX3" fmla="*/ 3566623 w 5039999"/>
              <a:gd name="connsiteY3" fmla="*/ 2946752 h 2946752"/>
              <a:gd name="connsiteX4" fmla="*/ 0 w 5039999"/>
              <a:gd name="connsiteY4" fmla="*/ 2946752 h 294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99" h="2946752">
                <a:moveTo>
                  <a:pt x="0" y="0"/>
                </a:moveTo>
                <a:lnTo>
                  <a:pt x="3566623" y="0"/>
                </a:lnTo>
                <a:cubicBezTo>
                  <a:pt x="4380346" y="0"/>
                  <a:pt x="5039999" y="659653"/>
                  <a:pt x="5039999" y="1473376"/>
                </a:cubicBezTo>
                <a:cubicBezTo>
                  <a:pt x="5039999" y="2287099"/>
                  <a:pt x="4380346" y="2946752"/>
                  <a:pt x="3566623" y="2946752"/>
                </a:cubicBezTo>
                <a:lnTo>
                  <a:pt x="0" y="2946752"/>
                </a:ln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7891" y="2752224"/>
            <a:ext cx="4237149" cy="1329595"/>
          </a:xfrm>
        </p:spPr>
        <p:txBody>
          <a:bodyPr anchor="t" anchorCtr="0"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PLUSIEUR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43DF27EE-8808-31DF-4024-9404540B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7890" y="4248953"/>
            <a:ext cx="4237143" cy="1396773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Rectangle 94">
            <a:extLst>
              <a:ext uri="{FF2B5EF4-FFF2-40B4-BE49-F238E27FC236}">
                <a16:creationId xmlns:a16="http://schemas.microsoft.com/office/drawing/2014/main" id="{1C932AD4-5B37-9E21-A928-9DD658150957}"/>
              </a:ext>
            </a:extLst>
          </p:cNvPr>
          <p:cNvSpPr/>
          <p:nvPr userDrawn="1"/>
        </p:nvSpPr>
        <p:spPr>
          <a:xfrm rot="10800000">
            <a:off x="496049" y="4427538"/>
            <a:ext cx="743492" cy="743492"/>
          </a:xfrm>
          <a:custGeom>
            <a:avLst/>
            <a:gdLst>
              <a:gd name="connsiteX0" fmla="*/ 0 w 1008652"/>
              <a:gd name="connsiteY0" fmla="*/ 0 h 1008652"/>
              <a:gd name="connsiteX1" fmla="*/ 1008652 w 1008652"/>
              <a:gd name="connsiteY1" fmla="*/ 0 h 1008652"/>
              <a:gd name="connsiteX2" fmla="*/ 1008652 w 1008652"/>
              <a:gd name="connsiteY2" fmla="*/ 1008652 h 1008652"/>
              <a:gd name="connsiteX3" fmla="*/ 0 w 1008652"/>
              <a:gd name="connsiteY3" fmla="*/ 1008652 h 1008652"/>
              <a:gd name="connsiteX4" fmla="*/ 0 w 1008652"/>
              <a:gd name="connsiteY4" fmla="*/ 0 h 1008652"/>
              <a:gd name="connsiteX0" fmla="*/ 0 w 1008652"/>
              <a:gd name="connsiteY0" fmla="*/ 1008652 h 1100092"/>
              <a:gd name="connsiteX1" fmla="*/ 0 w 1008652"/>
              <a:gd name="connsiteY1" fmla="*/ 0 h 1100092"/>
              <a:gd name="connsiteX2" fmla="*/ 1008652 w 1008652"/>
              <a:gd name="connsiteY2" fmla="*/ 0 h 1100092"/>
              <a:gd name="connsiteX3" fmla="*/ 1008652 w 1008652"/>
              <a:gd name="connsiteY3" fmla="*/ 1008652 h 1100092"/>
              <a:gd name="connsiteX4" fmla="*/ 91440 w 1008652"/>
              <a:gd name="connsiteY4" fmla="*/ 1100092 h 1100092"/>
              <a:gd name="connsiteX0" fmla="*/ 0 w 1008652"/>
              <a:gd name="connsiteY0" fmla="*/ 1008652 h 1008652"/>
              <a:gd name="connsiteX1" fmla="*/ 0 w 1008652"/>
              <a:gd name="connsiteY1" fmla="*/ 0 h 1008652"/>
              <a:gd name="connsiteX2" fmla="*/ 1008652 w 1008652"/>
              <a:gd name="connsiteY2" fmla="*/ 0 h 1008652"/>
              <a:gd name="connsiteX3" fmla="*/ 1008652 w 1008652"/>
              <a:gd name="connsiteY3" fmla="*/ 1008652 h 1008652"/>
              <a:gd name="connsiteX0" fmla="*/ 0 w 1008652"/>
              <a:gd name="connsiteY0" fmla="*/ 0 h 1008652"/>
              <a:gd name="connsiteX1" fmla="*/ 1008652 w 1008652"/>
              <a:gd name="connsiteY1" fmla="*/ 0 h 1008652"/>
              <a:gd name="connsiteX2" fmla="*/ 1008652 w 1008652"/>
              <a:gd name="connsiteY2" fmla="*/ 1008652 h 100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8652" h="1008652">
                <a:moveTo>
                  <a:pt x="0" y="0"/>
                </a:moveTo>
                <a:lnTo>
                  <a:pt x="1008652" y="0"/>
                </a:lnTo>
                <a:lnTo>
                  <a:pt x="1008652" y="1008652"/>
                </a:lnTo>
              </a:path>
            </a:pathLst>
          </a:custGeom>
          <a:noFill/>
          <a:ln w="190500">
            <a:gradFill>
              <a:gsLst>
                <a:gs pos="89000">
                  <a:schemeClr val="tx2"/>
                </a:gs>
                <a:gs pos="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E0E6EBE-AE53-980F-B153-B09FF54BCB5D}"/>
              </a:ext>
            </a:extLst>
          </p:cNvPr>
          <p:cNvGrpSpPr/>
          <p:nvPr userDrawn="1"/>
        </p:nvGrpSpPr>
        <p:grpSpPr>
          <a:xfrm rot="11130604" flipH="1">
            <a:off x="-489393" y="-273446"/>
            <a:ext cx="1416802" cy="1416802"/>
            <a:chOff x="751760" y="5112007"/>
            <a:chExt cx="1035732" cy="1035732"/>
          </a:xfrm>
        </p:grpSpPr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C1E86232-44E4-1997-7B5F-43B91C6E45C0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122704"/>
                <a:gd name="adj2" fmla="val 3428837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ECB8E58-E182-4FE0-C3C4-0D8F6513C967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9717287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81C74FA1-0436-73E0-75C5-8012008C36B4}"/>
              </a:ext>
            </a:extLst>
          </p:cNvPr>
          <p:cNvSpPr/>
          <p:nvPr userDrawn="1"/>
        </p:nvSpPr>
        <p:spPr>
          <a:xfrm rot="10800000">
            <a:off x="9504608" y="6640606"/>
            <a:ext cx="1322162" cy="217394"/>
          </a:xfrm>
          <a:custGeom>
            <a:avLst/>
            <a:gdLst>
              <a:gd name="connsiteX0" fmla="*/ 136947 w 1322162"/>
              <a:gd name="connsiteY0" fmla="*/ 217394 h 217394"/>
              <a:gd name="connsiteX1" fmla="*/ 0 w 1322162"/>
              <a:gd name="connsiteY1" fmla="*/ 80446 h 217394"/>
              <a:gd name="connsiteX2" fmla="*/ 10762 w 1322162"/>
              <a:gd name="connsiteY2" fmla="*/ 27140 h 217394"/>
              <a:gd name="connsiteX3" fmla="*/ 29060 w 1322162"/>
              <a:gd name="connsiteY3" fmla="*/ 0 h 217394"/>
              <a:gd name="connsiteX4" fmla="*/ 244835 w 1322162"/>
              <a:gd name="connsiteY4" fmla="*/ 0 h 217394"/>
              <a:gd name="connsiteX5" fmla="*/ 263133 w 1322162"/>
              <a:gd name="connsiteY5" fmla="*/ 27140 h 217394"/>
              <a:gd name="connsiteX6" fmla="*/ 273895 w 1322162"/>
              <a:gd name="connsiteY6" fmla="*/ 80446 h 217394"/>
              <a:gd name="connsiteX7" fmla="*/ 136947 w 1322162"/>
              <a:gd name="connsiteY7" fmla="*/ 217394 h 217394"/>
              <a:gd name="connsiteX8" fmla="*/ 661082 w 1322162"/>
              <a:gd name="connsiteY8" fmla="*/ 217394 h 217394"/>
              <a:gd name="connsiteX9" fmla="*/ 524134 w 1322162"/>
              <a:gd name="connsiteY9" fmla="*/ 80446 h 217394"/>
              <a:gd name="connsiteX10" fmla="*/ 534896 w 1322162"/>
              <a:gd name="connsiteY10" fmla="*/ 27140 h 217394"/>
              <a:gd name="connsiteX11" fmla="*/ 553194 w 1322162"/>
              <a:gd name="connsiteY11" fmla="*/ 0 h 217394"/>
              <a:gd name="connsiteX12" fmla="*/ 768969 w 1322162"/>
              <a:gd name="connsiteY12" fmla="*/ 0 h 217394"/>
              <a:gd name="connsiteX13" fmla="*/ 787267 w 1322162"/>
              <a:gd name="connsiteY13" fmla="*/ 27140 h 217394"/>
              <a:gd name="connsiteX14" fmla="*/ 798029 w 1322162"/>
              <a:gd name="connsiteY14" fmla="*/ 80446 h 217394"/>
              <a:gd name="connsiteX15" fmla="*/ 661082 w 1322162"/>
              <a:gd name="connsiteY15" fmla="*/ 217394 h 217394"/>
              <a:gd name="connsiteX16" fmla="*/ 1185215 w 1322162"/>
              <a:gd name="connsiteY16" fmla="*/ 217394 h 217394"/>
              <a:gd name="connsiteX17" fmla="*/ 1048267 w 1322162"/>
              <a:gd name="connsiteY17" fmla="*/ 80446 h 217394"/>
              <a:gd name="connsiteX18" fmla="*/ 1059029 w 1322162"/>
              <a:gd name="connsiteY18" fmla="*/ 27140 h 217394"/>
              <a:gd name="connsiteX19" fmla="*/ 1077327 w 1322162"/>
              <a:gd name="connsiteY19" fmla="*/ 0 h 217394"/>
              <a:gd name="connsiteX20" fmla="*/ 1293102 w 1322162"/>
              <a:gd name="connsiteY20" fmla="*/ 0 h 217394"/>
              <a:gd name="connsiteX21" fmla="*/ 1311400 w 1322162"/>
              <a:gd name="connsiteY21" fmla="*/ 27140 h 217394"/>
              <a:gd name="connsiteX22" fmla="*/ 1322162 w 1322162"/>
              <a:gd name="connsiteY22" fmla="*/ 80446 h 217394"/>
              <a:gd name="connsiteX23" fmla="*/ 1185215 w 1322162"/>
              <a:gd name="connsiteY23" fmla="*/ 217394 h 217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22162" h="217394">
                <a:moveTo>
                  <a:pt x="136947" y="217394"/>
                </a:moveTo>
                <a:cubicBezTo>
                  <a:pt x="61313" y="217394"/>
                  <a:pt x="0" y="156081"/>
                  <a:pt x="0" y="80446"/>
                </a:cubicBezTo>
                <a:cubicBezTo>
                  <a:pt x="0" y="61538"/>
                  <a:pt x="3832" y="43524"/>
                  <a:pt x="10762" y="27140"/>
                </a:cubicBezTo>
                <a:lnTo>
                  <a:pt x="29060" y="0"/>
                </a:lnTo>
                <a:lnTo>
                  <a:pt x="244835" y="0"/>
                </a:lnTo>
                <a:lnTo>
                  <a:pt x="263133" y="27140"/>
                </a:lnTo>
                <a:cubicBezTo>
                  <a:pt x="270063" y="43524"/>
                  <a:pt x="273895" y="61538"/>
                  <a:pt x="273895" y="80446"/>
                </a:cubicBezTo>
                <a:cubicBezTo>
                  <a:pt x="273895" y="156081"/>
                  <a:pt x="212581" y="217394"/>
                  <a:pt x="136947" y="217394"/>
                </a:cubicBezTo>
                <a:close/>
                <a:moveTo>
                  <a:pt x="661082" y="217394"/>
                </a:moveTo>
                <a:cubicBezTo>
                  <a:pt x="585447" y="217394"/>
                  <a:pt x="524134" y="156081"/>
                  <a:pt x="524134" y="80446"/>
                </a:cubicBezTo>
                <a:cubicBezTo>
                  <a:pt x="524134" y="61538"/>
                  <a:pt x="527966" y="43524"/>
                  <a:pt x="534896" y="27140"/>
                </a:cubicBezTo>
                <a:lnTo>
                  <a:pt x="553194" y="0"/>
                </a:lnTo>
                <a:lnTo>
                  <a:pt x="768969" y="0"/>
                </a:lnTo>
                <a:lnTo>
                  <a:pt x="787267" y="27140"/>
                </a:lnTo>
                <a:cubicBezTo>
                  <a:pt x="794197" y="43524"/>
                  <a:pt x="798029" y="61538"/>
                  <a:pt x="798029" y="80446"/>
                </a:cubicBezTo>
                <a:cubicBezTo>
                  <a:pt x="798029" y="156081"/>
                  <a:pt x="736716" y="217394"/>
                  <a:pt x="661082" y="217394"/>
                </a:cubicBezTo>
                <a:close/>
                <a:moveTo>
                  <a:pt x="1185215" y="217394"/>
                </a:moveTo>
                <a:cubicBezTo>
                  <a:pt x="1109580" y="217394"/>
                  <a:pt x="1048267" y="156081"/>
                  <a:pt x="1048267" y="80446"/>
                </a:cubicBezTo>
                <a:cubicBezTo>
                  <a:pt x="1048267" y="61538"/>
                  <a:pt x="1052099" y="43524"/>
                  <a:pt x="1059029" y="27140"/>
                </a:cubicBezTo>
                <a:lnTo>
                  <a:pt x="1077327" y="0"/>
                </a:lnTo>
                <a:lnTo>
                  <a:pt x="1293102" y="0"/>
                </a:lnTo>
                <a:lnTo>
                  <a:pt x="1311400" y="27140"/>
                </a:lnTo>
                <a:cubicBezTo>
                  <a:pt x="1318330" y="43524"/>
                  <a:pt x="1322162" y="61538"/>
                  <a:pt x="1322162" y="80446"/>
                </a:cubicBezTo>
                <a:cubicBezTo>
                  <a:pt x="1322162" y="156081"/>
                  <a:pt x="1260849" y="217394"/>
                  <a:pt x="1185215" y="2173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24307D-4E2F-9BC2-B2A2-34676DE0D608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114190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photo x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5FAAC91-48C2-49F0-B69F-A5D04E3E5AE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4427190A-4C10-6DD1-7DD0-2B30CABC0ED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FB2F1ABA-9041-DD3F-B629-E4A7C5D42A20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A52A0EE9-CCA6-9291-7AC4-0717812606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8358" y="3152004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fr-FR"/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5D0BF864-77ED-C699-7571-59595247EF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01982" y="3152005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45131055-236A-F001-9A79-7CF7A8B21B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35607" y="3152005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8278611-F262-FCF8-427F-A009BA20F9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851" y="3858820"/>
            <a:ext cx="3215523" cy="239019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1C180311-22B8-9E90-B5A5-B55817A938C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55476" y="3858821"/>
            <a:ext cx="3215523" cy="241498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A40D2F4E-03C3-4B24-F3E6-1B37FADAC5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9101" y="3858821"/>
            <a:ext cx="3215523" cy="241498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2B542177-4848-D141-7CA6-C14D83A14BC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87374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6" name="Espace réservé pour une image  11">
            <a:extLst>
              <a:ext uri="{FF2B5EF4-FFF2-40B4-BE49-F238E27FC236}">
                <a16:creationId xmlns:a16="http://schemas.microsoft.com/office/drawing/2014/main" id="{1A1F7879-3A9A-F476-EBDB-021B86EBA81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21000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7" name="Espace réservé pour une image  11">
            <a:extLst>
              <a:ext uri="{FF2B5EF4-FFF2-40B4-BE49-F238E27FC236}">
                <a16:creationId xmlns:a16="http://schemas.microsoft.com/office/drawing/2014/main" id="{2EB8FA5F-C1C1-2D73-AEB8-43761274434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54626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58831E-97C9-B873-A305-2D1BFD3CBEAA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2393534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horizontal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E293C2C9-E6DC-4A7C-A2A9-CF2ABB756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402686" cy="6858000"/>
          </a:xfrm>
          <a:custGeom>
            <a:avLst/>
            <a:gdLst>
              <a:gd name="connsiteX0" fmla="*/ 819528 w 4165600"/>
              <a:gd name="connsiteY0" fmla="*/ 6524423 h 6858000"/>
              <a:gd name="connsiteX1" fmla="*/ 819528 w 4165600"/>
              <a:gd name="connsiteY1" fmla="*/ 6625219 h 6858000"/>
              <a:gd name="connsiteX2" fmla="*/ 833928 w 4165600"/>
              <a:gd name="connsiteY2" fmla="*/ 6625219 h 6858000"/>
              <a:gd name="connsiteX3" fmla="*/ 833928 w 4165600"/>
              <a:gd name="connsiteY3" fmla="*/ 6524423 h 6858000"/>
              <a:gd name="connsiteX4" fmla="*/ 0 w 4165600"/>
              <a:gd name="connsiteY4" fmla="*/ 0 h 6858000"/>
              <a:gd name="connsiteX5" fmla="*/ 4165600 w 4165600"/>
              <a:gd name="connsiteY5" fmla="*/ 0 h 6858000"/>
              <a:gd name="connsiteX6" fmla="*/ 4165600 w 4165600"/>
              <a:gd name="connsiteY6" fmla="*/ 6858000 h 6858000"/>
              <a:gd name="connsiteX7" fmla="*/ 0 w 41656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5600" h="6858000">
                <a:moveTo>
                  <a:pt x="819528" y="6524423"/>
                </a:moveTo>
                <a:lnTo>
                  <a:pt x="819528" y="6625219"/>
                </a:lnTo>
                <a:lnTo>
                  <a:pt x="833928" y="6625219"/>
                </a:lnTo>
                <a:lnTo>
                  <a:pt x="833928" y="6524423"/>
                </a:lnTo>
                <a:close/>
                <a:moveTo>
                  <a:pt x="0" y="0"/>
                </a:moveTo>
                <a:lnTo>
                  <a:pt x="4165600" y="0"/>
                </a:lnTo>
                <a:lnTo>
                  <a:pt x="4165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540000" tIns="1224000" rIns="180000" bIns="0" anchor="t" anchorCtr="0">
            <a:noAutofit/>
          </a:bodyPr>
          <a:lstStyle>
            <a:lvl1pPr>
              <a:defRPr>
                <a:gradFill>
                  <a:gsLst>
                    <a:gs pos="5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</a:t>
            </a:r>
            <a:br>
              <a:rPr lang="fr-FR"/>
            </a:br>
            <a:r>
              <a:rPr lang="fr-FR"/>
              <a:t>la slide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2CC5E-C193-81AD-951C-3B7E821E5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ADD33F-1A3F-887A-0BF1-EFB84E9AD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DE85AD49-3F2D-AC25-ECB3-50F9DC4248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52293"/>
            <a:ext cx="5826203" cy="3242145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1DB51CA-D166-4515-11FB-AD540D8D2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8839" y="1654936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57C8D2D-D921-A11F-DD0A-FDF6DCDAD8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8839" y="2894557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11B248B-E042-3756-5F68-5B4967316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78839" y="4134178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528F9F3B-0C60-ACAF-67D0-DA2B8D9928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78839" y="5373800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B5DD015-6D14-3740-8334-EE3C481EC5B6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432297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E293C2C9-E6DC-4A7C-A2A9-CF2ABB756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4165600" cy="6858000"/>
          </a:xfrm>
          <a:custGeom>
            <a:avLst/>
            <a:gdLst>
              <a:gd name="connsiteX0" fmla="*/ 819528 w 4165600"/>
              <a:gd name="connsiteY0" fmla="*/ 6524423 h 6858000"/>
              <a:gd name="connsiteX1" fmla="*/ 819528 w 4165600"/>
              <a:gd name="connsiteY1" fmla="*/ 6625219 h 6858000"/>
              <a:gd name="connsiteX2" fmla="*/ 833928 w 4165600"/>
              <a:gd name="connsiteY2" fmla="*/ 6625219 h 6858000"/>
              <a:gd name="connsiteX3" fmla="*/ 833928 w 4165600"/>
              <a:gd name="connsiteY3" fmla="*/ 6524423 h 6858000"/>
              <a:gd name="connsiteX4" fmla="*/ 0 w 4165600"/>
              <a:gd name="connsiteY4" fmla="*/ 0 h 6858000"/>
              <a:gd name="connsiteX5" fmla="*/ 4165600 w 4165600"/>
              <a:gd name="connsiteY5" fmla="*/ 0 h 6858000"/>
              <a:gd name="connsiteX6" fmla="*/ 4165600 w 4165600"/>
              <a:gd name="connsiteY6" fmla="*/ 6858000 h 6858000"/>
              <a:gd name="connsiteX7" fmla="*/ 0 w 41656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5600" h="6858000">
                <a:moveTo>
                  <a:pt x="819528" y="6524423"/>
                </a:moveTo>
                <a:lnTo>
                  <a:pt x="819528" y="6625219"/>
                </a:lnTo>
                <a:lnTo>
                  <a:pt x="833928" y="6625219"/>
                </a:lnTo>
                <a:lnTo>
                  <a:pt x="833928" y="6524423"/>
                </a:lnTo>
                <a:close/>
                <a:moveTo>
                  <a:pt x="0" y="0"/>
                </a:moveTo>
                <a:lnTo>
                  <a:pt x="4165600" y="0"/>
                </a:lnTo>
                <a:lnTo>
                  <a:pt x="4165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540000" tIns="1224000" rIns="180000" bIns="0" anchor="t" anchorCtr="0">
            <a:noAutofit/>
          </a:bodyPr>
          <a:lstStyle>
            <a:lvl1pPr>
              <a:defRPr>
                <a:gradFill>
                  <a:gsLst>
                    <a:gs pos="5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</a:t>
            </a:r>
            <a:br>
              <a:rPr lang="fr-FR"/>
            </a:br>
            <a:r>
              <a:rPr lang="fr-FR"/>
              <a:t>la slide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2CC5E-C193-81AD-951C-3B7E821E5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ADD33F-1A3F-887A-0BF1-EFB84E9AD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D4738AD-8FA9-0050-EEF6-1434D9B1EB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578" y="3629025"/>
            <a:ext cx="2932113" cy="2644773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AECB1AA-AE8A-D923-40F2-6D74BC4742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2824" y="1571625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BAC3482F-33DF-BA5F-CDA3-FDD36C103A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624" y="2321283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DE81BB83-5D03-7C11-CBCE-2782F22F6A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23504" y="1571625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2C8D53B5-E4BE-837D-D42D-46EB0C6728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71304" y="2321283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B5CA6575-3645-AE03-681A-2DF9C2A41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02824" y="3308350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36A41D37-2AE7-8B6B-D923-F4484940F2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0624" y="4058008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AF586B90-B673-5522-932B-3F73683470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3504" y="3308350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6" name="Espace réservé du texte 13">
            <a:extLst>
              <a:ext uri="{FF2B5EF4-FFF2-40B4-BE49-F238E27FC236}">
                <a16:creationId xmlns:a16="http://schemas.microsoft.com/office/drawing/2014/main" id="{2456D7E0-1D50-7C5B-58E7-74E9CDD0BD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71304" y="4058008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30" name="Espace réservé du texte 19">
            <a:extLst>
              <a:ext uri="{FF2B5EF4-FFF2-40B4-BE49-F238E27FC236}">
                <a16:creationId xmlns:a16="http://schemas.microsoft.com/office/drawing/2014/main" id="{92DF4FDF-3284-A32C-BB5D-04DBC9B6D29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57301" y="5175251"/>
            <a:ext cx="6547324" cy="1098550"/>
          </a:xfrm>
          <a:noFill/>
        </p:spPr>
        <p:txBody>
          <a:bodyPr lIns="0" tIns="0" rIns="0"/>
          <a:lstStyle>
            <a:lvl1pPr>
              <a:defRPr spc="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1234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063DCD-2B53-1587-BFBE-829022917359}"/>
              </a:ext>
            </a:extLst>
          </p:cNvPr>
          <p:cNvSpPr/>
          <p:nvPr userDrawn="1"/>
        </p:nvSpPr>
        <p:spPr>
          <a:xfrm>
            <a:off x="0" y="3524250"/>
            <a:ext cx="12192000" cy="3333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9AFF394B-0942-050C-AC6B-BAD08C4CCED7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1EB602B-611B-B225-E95C-88A38F80CF13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0D77F91-E193-188C-FD7F-FAF5051BA199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4ECBA31B-145F-DCD5-212B-A4BD6D775A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0712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B6797E0-D80D-DEE7-640C-E02E71D0484F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6157BCB7-4BD0-3FC9-9D81-936862AFD93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71757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06D4ECEF-C115-C39E-03BD-68142F5FB5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92802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EC11AD9A-2FC7-9BED-D640-62FAF98615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13847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2BC64954-D54F-D762-BA94-8E7BA00F62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1987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067F9F9A-95BE-44C6-5024-6A013DD69A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53032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129F5492-78D8-CC47-FECA-96EAC091F2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74077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05D45120-BF87-4699-F6DA-C0CE1DDA2E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95122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4791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" name="Espace réservé du graphique 2">
            <a:extLst>
              <a:ext uri="{FF2B5EF4-FFF2-40B4-BE49-F238E27FC236}">
                <a16:creationId xmlns:a16="http://schemas.microsoft.com/office/drawing/2014/main" id="{06C5537B-A196-9370-9A94-D1758671B50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503003" y="1700213"/>
            <a:ext cx="5101625" cy="4573587"/>
          </a:xfrm>
        </p:spPr>
        <p:txBody>
          <a:bodyPr/>
          <a:lstStyle>
            <a:lvl1pPr>
              <a:defRPr sz="1400"/>
            </a:lvl1pPr>
          </a:lstStyle>
          <a:p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AC666B76-66FE-E0F4-BAA7-A5DC48B5788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97F5C244-FB74-BD20-E3D7-35D9B44F464A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1B2E3B9-6B86-E383-C91E-1EF0FAA2F1E7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Espace réservé du graphique 10">
            <a:extLst>
              <a:ext uri="{FF2B5EF4-FFF2-40B4-BE49-F238E27FC236}">
                <a16:creationId xmlns:a16="http://schemas.microsoft.com/office/drawing/2014/main" id="{ADE214D5-EC21-594E-BA32-E7E080507F5A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87372" y="1700213"/>
            <a:ext cx="5656266" cy="45735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87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51A3434-FC75-F8FB-0E8E-4D2311B6F20E}"/>
              </a:ext>
            </a:extLst>
          </p:cNvPr>
          <p:cNvGrpSpPr/>
          <p:nvPr userDrawn="1"/>
        </p:nvGrpSpPr>
        <p:grpSpPr>
          <a:xfrm rot="18824995" flipH="1">
            <a:off x="1220998" y="3049363"/>
            <a:ext cx="1159398" cy="1159398"/>
            <a:chOff x="751760" y="5112007"/>
            <a:chExt cx="1035732" cy="1035732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82969E7-7DE5-F183-EF51-D659118D08A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4175197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F0F2AB6C-98B6-353B-2699-E2C114A8119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3896882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017454C4-6FA2-9495-AD68-694DBA89DE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256992" y="314214"/>
            <a:ext cx="1895590" cy="2689014"/>
          </a:xfrm>
          <a:custGeom>
            <a:avLst/>
            <a:gdLst>
              <a:gd name="connsiteX0" fmla="*/ 947795 w 1895590"/>
              <a:gd name="connsiteY0" fmla="*/ 0 h 2689014"/>
              <a:gd name="connsiteX1" fmla="*/ 0 w 1895590"/>
              <a:gd name="connsiteY1" fmla="*/ 947795 h 2689014"/>
              <a:gd name="connsiteX2" fmla="*/ 0 w 1895590"/>
              <a:gd name="connsiteY2" fmla="*/ 1741219 h 2689014"/>
              <a:gd name="connsiteX3" fmla="*/ 947795 w 1895590"/>
              <a:gd name="connsiteY3" fmla="*/ 2689014 h 2689014"/>
              <a:gd name="connsiteX4" fmla="*/ 1895590 w 1895590"/>
              <a:gd name="connsiteY4" fmla="*/ 1741219 h 2689014"/>
              <a:gd name="connsiteX5" fmla="*/ 1895590 w 1895590"/>
              <a:gd name="connsiteY5" fmla="*/ 947795 h 2689014"/>
              <a:gd name="connsiteX6" fmla="*/ 947795 w 1895590"/>
              <a:gd name="connsiteY6" fmla="*/ 0 h 268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5590" h="2689014">
                <a:moveTo>
                  <a:pt x="947795" y="0"/>
                </a:moveTo>
                <a:cubicBezTo>
                  <a:pt x="424342" y="0"/>
                  <a:pt x="0" y="424342"/>
                  <a:pt x="0" y="947795"/>
                </a:cubicBezTo>
                <a:lnTo>
                  <a:pt x="0" y="1741219"/>
                </a:lnTo>
                <a:cubicBezTo>
                  <a:pt x="0" y="2264672"/>
                  <a:pt x="424342" y="2689014"/>
                  <a:pt x="947795" y="2689014"/>
                </a:cubicBezTo>
                <a:cubicBezTo>
                  <a:pt x="1471248" y="2689014"/>
                  <a:pt x="1895590" y="2264672"/>
                  <a:pt x="1895590" y="1741219"/>
                </a:cubicBezTo>
                <a:lnTo>
                  <a:pt x="1895590" y="947795"/>
                </a:lnTo>
                <a:cubicBezTo>
                  <a:pt x="1895590" y="424342"/>
                  <a:pt x="1471248" y="0"/>
                  <a:pt x="947795" y="0"/>
                </a:cubicBezTo>
                <a:close/>
              </a:path>
            </a:pathLst>
          </a:cu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C90602C-90FC-B1B5-B470-523E902AD014}"/>
              </a:ext>
            </a:extLst>
          </p:cNvPr>
          <p:cNvSpPr/>
          <p:nvPr userDrawn="1"/>
        </p:nvSpPr>
        <p:spPr>
          <a:xfrm>
            <a:off x="6457891" y="3128233"/>
            <a:ext cx="1918176" cy="857047"/>
          </a:xfrm>
          <a:prstGeom prst="rect">
            <a:avLst/>
          </a:pr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itre 16">
            <a:extLst>
              <a:ext uri="{FF2B5EF4-FFF2-40B4-BE49-F238E27FC236}">
                <a16:creationId xmlns:a16="http://schemas.microsoft.com/office/drawing/2014/main" id="{0BBE3906-5374-500B-B4FB-86A463F772AA}"/>
              </a:ext>
            </a:extLst>
          </p:cNvPr>
          <p:cNvSpPr txBox="1">
            <a:spLocks/>
          </p:cNvSpPr>
          <p:nvPr userDrawn="1"/>
        </p:nvSpPr>
        <p:spPr>
          <a:xfrm>
            <a:off x="6645193" y="2347175"/>
            <a:ext cx="5049605" cy="247416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36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150" baseline="0">
                <a:gradFill>
                  <a:gsLst>
                    <a:gs pos="94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360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1" kern="1200" noProof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rPr>
              <a:t>Q&amp;A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49C44F-5F2C-4B0E-5293-789B9D128484}"/>
              </a:ext>
            </a:extLst>
          </p:cNvPr>
          <p:cNvGrpSpPr/>
          <p:nvPr userDrawn="1"/>
        </p:nvGrpSpPr>
        <p:grpSpPr>
          <a:xfrm>
            <a:off x="8206156" y="2546729"/>
            <a:ext cx="756000" cy="932757"/>
            <a:chOff x="8043834" y="5149515"/>
            <a:chExt cx="756000" cy="93275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E4B0E-FE46-9DD6-D699-88E4C577F85F}"/>
                </a:ext>
              </a:extLst>
            </p:cNvPr>
            <p:cNvSpPr/>
            <p:nvPr/>
          </p:nvSpPr>
          <p:spPr>
            <a:xfrm>
              <a:off x="8043834" y="5149515"/>
              <a:ext cx="756000" cy="932757"/>
            </a:xfrm>
            <a:prstGeom prst="rect">
              <a:avLst/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noProof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Graphique 48">
              <a:extLst>
                <a:ext uri="{FF2B5EF4-FFF2-40B4-BE49-F238E27FC236}">
                  <a16:creationId xmlns:a16="http://schemas.microsoft.com/office/drawing/2014/main" id="{F8E6AB7A-F093-1469-FD51-AC1025C0327E}"/>
                </a:ext>
              </a:extLst>
            </p:cNvPr>
            <p:cNvSpPr/>
            <p:nvPr/>
          </p:nvSpPr>
          <p:spPr>
            <a:xfrm>
              <a:off x="8184689" y="5259968"/>
              <a:ext cx="474291" cy="711852"/>
            </a:xfrm>
            <a:custGeom>
              <a:avLst/>
              <a:gdLst>
                <a:gd name="connsiteX0" fmla="*/ 213473 w 474291"/>
                <a:gd name="connsiteY0" fmla="*/ 475122 h 711852"/>
                <a:gd name="connsiteX1" fmla="*/ 159482 w 474291"/>
                <a:gd name="connsiteY1" fmla="*/ 426115 h 711852"/>
                <a:gd name="connsiteX2" fmla="*/ 149514 w 474291"/>
                <a:gd name="connsiteY2" fmla="*/ 358003 h 711852"/>
                <a:gd name="connsiteX3" fmla="*/ 195199 w 474291"/>
                <a:gd name="connsiteY3" fmla="*/ 298197 h 711852"/>
                <a:gd name="connsiteX4" fmla="*/ 321455 w 474291"/>
                <a:gd name="connsiteY4" fmla="*/ 211812 h 711852"/>
                <a:gd name="connsiteX5" fmla="*/ 321455 w 474291"/>
                <a:gd name="connsiteY5" fmla="*/ 210150 h 711852"/>
                <a:gd name="connsiteX6" fmla="*/ 230085 w 474291"/>
                <a:gd name="connsiteY6" fmla="*/ 139546 h 711852"/>
                <a:gd name="connsiteX7" fmla="*/ 114627 w 474291"/>
                <a:gd name="connsiteY7" fmla="*/ 179417 h 711852"/>
                <a:gd name="connsiteX8" fmla="*/ 69773 w 474291"/>
                <a:gd name="connsiteY8" fmla="*/ 195199 h 711852"/>
                <a:gd name="connsiteX9" fmla="*/ 0 w 474291"/>
                <a:gd name="connsiteY9" fmla="*/ 125426 h 711852"/>
                <a:gd name="connsiteX10" fmla="*/ 25750 w 474291"/>
                <a:gd name="connsiteY10" fmla="*/ 71434 h 711852"/>
                <a:gd name="connsiteX11" fmla="*/ 233408 w 474291"/>
                <a:gd name="connsiteY11" fmla="*/ 0 h 711852"/>
                <a:gd name="connsiteX12" fmla="*/ 474292 w 474291"/>
                <a:gd name="connsiteY12" fmla="*/ 205997 h 711852"/>
                <a:gd name="connsiteX13" fmla="*/ 474292 w 474291"/>
                <a:gd name="connsiteY13" fmla="*/ 207658 h 711852"/>
                <a:gd name="connsiteX14" fmla="*/ 278262 w 474291"/>
                <a:gd name="connsiteY14" fmla="*/ 407841 h 711852"/>
                <a:gd name="connsiteX15" fmla="*/ 274940 w 474291"/>
                <a:gd name="connsiteY15" fmla="*/ 426115 h 711852"/>
                <a:gd name="connsiteX16" fmla="*/ 220948 w 474291"/>
                <a:gd name="connsiteY16" fmla="*/ 475122 h 711852"/>
                <a:gd name="connsiteX17" fmla="*/ 212642 w 474291"/>
                <a:gd name="connsiteY17" fmla="*/ 475122 h 711852"/>
                <a:gd name="connsiteX18" fmla="*/ 213473 w 474291"/>
                <a:gd name="connsiteY18" fmla="*/ 540742 h 711852"/>
                <a:gd name="connsiteX19" fmla="*/ 299859 w 474291"/>
                <a:gd name="connsiteY19" fmla="*/ 625467 h 711852"/>
                <a:gd name="connsiteX20" fmla="*/ 299859 w 474291"/>
                <a:gd name="connsiteY20" fmla="*/ 627128 h 711852"/>
                <a:gd name="connsiteX21" fmla="*/ 213473 w 474291"/>
                <a:gd name="connsiteY21" fmla="*/ 711853 h 711852"/>
                <a:gd name="connsiteX22" fmla="*/ 127087 w 474291"/>
                <a:gd name="connsiteY22" fmla="*/ 627128 h 711852"/>
                <a:gd name="connsiteX23" fmla="*/ 127087 w 474291"/>
                <a:gd name="connsiteY23" fmla="*/ 625467 h 711852"/>
                <a:gd name="connsiteX24" fmla="*/ 213473 w 474291"/>
                <a:gd name="connsiteY24" fmla="*/ 540742 h 7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4291" h="711852">
                  <a:moveTo>
                    <a:pt x="213473" y="475122"/>
                  </a:moveTo>
                  <a:cubicBezTo>
                    <a:pt x="184401" y="475122"/>
                    <a:pt x="163635" y="453526"/>
                    <a:pt x="159482" y="426115"/>
                  </a:cubicBezTo>
                  <a:lnTo>
                    <a:pt x="149514" y="358003"/>
                  </a:lnTo>
                  <a:cubicBezTo>
                    <a:pt x="144530" y="324778"/>
                    <a:pt x="163635" y="302351"/>
                    <a:pt x="195199" y="298197"/>
                  </a:cubicBezTo>
                  <a:cubicBezTo>
                    <a:pt x="281585" y="287399"/>
                    <a:pt x="321455" y="259988"/>
                    <a:pt x="321455" y="211812"/>
                  </a:cubicBezTo>
                  <a:lnTo>
                    <a:pt x="321455" y="210150"/>
                  </a:lnTo>
                  <a:cubicBezTo>
                    <a:pt x="321455" y="165296"/>
                    <a:pt x="287399" y="139546"/>
                    <a:pt x="230085" y="139546"/>
                  </a:cubicBezTo>
                  <a:cubicBezTo>
                    <a:pt x="186893" y="139546"/>
                    <a:pt x="150345" y="152837"/>
                    <a:pt x="114627" y="179417"/>
                  </a:cubicBezTo>
                  <a:cubicBezTo>
                    <a:pt x="102999" y="188554"/>
                    <a:pt x="86386" y="195199"/>
                    <a:pt x="69773" y="195199"/>
                  </a:cubicBezTo>
                  <a:cubicBezTo>
                    <a:pt x="31564" y="195199"/>
                    <a:pt x="0" y="163635"/>
                    <a:pt x="0" y="125426"/>
                  </a:cubicBezTo>
                  <a:cubicBezTo>
                    <a:pt x="0" y="106321"/>
                    <a:pt x="8306" y="86386"/>
                    <a:pt x="25750" y="71434"/>
                  </a:cubicBezTo>
                  <a:cubicBezTo>
                    <a:pt x="78910" y="27411"/>
                    <a:pt x="145361" y="0"/>
                    <a:pt x="233408" y="0"/>
                  </a:cubicBezTo>
                  <a:cubicBezTo>
                    <a:pt x="377108" y="0"/>
                    <a:pt x="474292" y="73926"/>
                    <a:pt x="474292" y="205997"/>
                  </a:cubicBezTo>
                  <a:lnTo>
                    <a:pt x="474292" y="207658"/>
                  </a:lnTo>
                  <a:cubicBezTo>
                    <a:pt x="474292" y="333915"/>
                    <a:pt x="386245" y="386245"/>
                    <a:pt x="278262" y="407841"/>
                  </a:cubicBezTo>
                  <a:lnTo>
                    <a:pt x="274940" y="426115"/>
                  </a:lnTo>
                  <a:cubicBezTo>
                    <a:pt x="270786" y="451865"/>
                    <a:pt x="250021" y="475122"/>
                    <a:pt x="220948" y="475122"/>
                  </a:cubicBezTo>
                  <a:lnTo>
                    <a:pt x="212642" y="475122"/>
                  </a:lnTo>
                  <a:close/>
                  <a:moveTo>
                    <a:pt x="213473" y="540742"/>
                  </a:moveTo>
                  <a:cubicBezTo>
                    <a:pt x="263311" y="540742"/>
                    <a:pt x="299859" y="577290"/>
                    <a:pt x="299859" y="625467"/>
                  </a:cubicBezTo>
                  <a:lnTo>
                    <a:pt x="299859" y="627128"/>
                  </a:lnTo>
                  <a:cubicBezTo>
                    <a:pt x="299859" y="675305"/>
                    <a:pt x="263311" y="711853"/>
                    <a:pt x="213473" y="711853"/>
                  </a:cubicBezTo>
                  <a:cubicBezTo>
                    <a:pt x="163635" y="711853"/>
                    <a:pt x="127087" y="675305"/>
                    <a:pt x="127087" y="627128"/>
                  </a:cubicBezTo>
                  <a:lnTo>
                    <a:pt x="127087" y="625467"/>
                  </a:lnTo>
                  <a:cubicBezTo>
                    <a:pt x="127087" y="577290"/>
                    <a:pt x="163635" y="540742"/>
                    <a:pt x="213473" y="5407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D033893A-9EB0-9421-9DD1-A484F13D9053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4D6C5AB-D97C-100B-DA70-CBA781E30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2200430" y="1955309"/>
            <a:ext cx="2763456" cy="4318485"/>
          </a:xfrm>
          <a:custGeom>
            <a:avLst/>
            <a:gdLst>
              <a:gd name="connsiteX0" fmla="*/ 1381728 w 2763456"/>
              <a:gd name="connsiteY0" fmla="*/ 0 h 4318485"/>
              <a:gd name="connsiteX1" fmla="*/ 0 w 2763456"/>
              <a:gd name="connsiteY1" fmla="*/ 1381728 h 4318485"/>
              <a:gd name="connsiteX2" fmla="*/ 0 w 2763456"/>
              <a:gd name="connsiteY2" fmla="*/ 2936757 h 4318485"/>
              <a:gd name="connsiteX3" fmla="*/ 1381728 w 2763456"/>
              <a:gd name="connsiteY3" fmla="*/ 4318485 h 4318485"/>
              <a:gd name="connsiteX4" fmla="*/ 2763456 w 2763456"/>
              <a:gd name="connsiteY4" fmla="*/ 2936757 h 4318485"/>
              <a:gd name="connsiteX5" fmla="*/ 2763456 w 2763456"/>
              <a:gd name="connsiteY5" fmla="*/ 1381728 h 4318485"/>
              <a:gd name="connsiteX6" fmla="*/ 1381728 w 2763456"/>
              <a:gd name="connsiteY6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3456" h="4318485">
                <a:moveTo>
                  <a:pt x="1381728" y="0"/>
                </a:moveTo>
                <a:cubicBezTo>
                  <a:pt x="618621" y="0"/>
                  <a:pt x="0" y="618621"/>
                  <a:pt x="0" y="1381728"/>
                </a:cubicBezTo>
                <a:lnTo>
                  <a:pt x="0" y="2936757"/>
                </a:lnTo>
                <a:cubicBezTo>
                  <a:pt x="0" y="3699864"/>
                  <a:pt x="618621" y="4318485"/>
                  <a:pt x="1381728" y="4318485"/>
                </a:cubicBezTo>
                <a:cubicBezTo>
                  <a:pt x="2144835" y="4318485"/>
                  <a:pt x="2763456" y="3699864"/>
                  <a:pt x="2763456" y="2936757"/>
                </a:cubicBezTo>
                <a:lnTo>
                  <a:pt x="2763456" y="1381728"/>
                </a:lnTo>
                <a:cubicBezTo>
                  <a:pt x="2763456" y="618621"/>
                  <a:pt x="2144835" y="0"/>
                  <a:pt x="1381728" y="0"/>
                </a:cubicBezTo>
                <a:close/>
              </a:path>
            </a:pathLst>
          </a:cu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6C94FD07-084E-BC88-FC96-7C65201EF3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3474460" y="828257"/>
            <a:ext cx="1452367" cy="1754977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018BEB6A-6D4E-0FDA-AA9F-6CA91AC5A146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B280B09B-16CD-5520-AE7F-B0BAF92BD3A2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5DD923B-2EB2-8BDC-2D55-B9CF72B35E75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6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51A3434-FC75-F8FB-0E8E-4D2311B6F20E}"/>
              </a:ext>
            </a:extLst>
          </p:cNvPr>
          <p:cNvGrpSpPr/>
          <p:nvPr userDrawn="1"/>
        </p:nvGrpSpPr>
        <p:grpSpPr>
          <a:xfrm rot="18824995" flipH="1">
            <a:off x="1220998" y="3049363"/>
            <a:ext cx="1159398" cy="1159398"/>
            <a:chOff x="751760" y="5112007"/>
            <a:chExt cx="1035732" cy="1035732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82969E7-7DE5-F183-EF51-D659118D08A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4175197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F0F2AB6C-98B6-353B-2699-E2C114A8119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3896882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C90602C-90FC-B1B5-B470-523E902AD014}"/>
              </a:ext>
            </a:extLst>
          </p:cNvPr>
          <p:cNvSpPr/>
          <p:nvPr userDrawn="1"/>
        </p:nvSpPr>
        <p:spPr>
          <a:xfrm>
            <a:off x="6457891" y="3128233"/>
            <a:ext cx="1918176" cy="857047"/>
          </a:xfrm>
          <a:prstGeom prst="rect">
            <a:avLst/>
          </a:pr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itre 16">
            <a:extLst>
              <a:ext uri="{FF2B5EF4-FFF2-40B4-BE49-F238E27FC236}">
                <a16:creationId xmlns:a16="http://schemas.microsoft.com/office/drawing/2014/main" id="{0BBE3906-5374-500B-B4FB-86A463F772AA}"/>
              </a:ext>
            </a:extLst>
          </p:cNvPr>
          <p:cNvSpPr txBox="1">
            <a:spLocks/>
          </p:cNvSpPr>
          <p:nvPr userDrawn="1"/>
        </p:nvSpPr>
        <p:spPr>
          <a:xfrm>
            <a:off x="6645193" y="2347175"/>
            <a:ext cx="5049605" cy="247416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36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150" baseline="0">
                <a:gradFill>
                  <a:gsLst>
                    <a:gs pos="94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360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1" kern="1200" noProof="0" dirty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rPr>
              <a:t>Q&amp;A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49C44F-5F2C-4B0E-5293-789B9D128484}"/>
              </a:ext>
            </a:extLst>
          </p:cNvPr>
          <p:cNvGrpSpPr/>
          <p:nvPr userDrawn="1"/>
        </p:nvGrpSpPr>
        <p:grpSpPr>
          <a:xfrm>
            <a:off x="8206156" y="2546729"/>
            <a:ext cx="756000" cy="932757"/>
            <a:chOff x="8043834" y="5149515"/>
            <a:chExt cx="756000" cy="93275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E4B0E-FE46-9DD6-D699-88E4C577F85F}"/>
                </a:ext>
              </a:extLst>
            </p:cNvPr>
            <p:cNvSpPr/>
            <p:nvPr/>
          </p:nvSpPr>
          <p:spPr>
            <a:xfrm>
              <a:off x="8043834" y="5149515"/>
              <a:ext cx="756000" cy="932757"/>
            </a:xfrm>
            <a:prstGeom prst="rect">
              <a:avLst/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noProof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Graphique 48">
              <a:extLst>
                <a:ext uri="{FF2B5EF4-FFF2-40B4-BE49-F238E27FC236}">
                  <a16:creationId xmlns:a16="http://schemas.microsoft.com/office/drawing/2014/main" id="{F8E6AB7A-F093-1469-FD51-AC1025C0327E}"/>
                </a:ext>
              </a:extLst>
            </p:cNvPr>
            <p:cNvSpPr/>
            <p:nvPr/>
          </p:nvSpPr>
          <p:spPr>
            <a:xfrm>
              <a:off x="8184689" y="5259968"/>
              <a:ext cx="474291" cy="711852"/>
            </a:xfrm>
            <a:custGeom>
              <a:avLst/>
              <a:gdLst>
                <a:gd name="connsiteX0" fmla="*/ 213473 w 474291"/>
                <a:gd name="connsiteY0" fmla="*/ 475122 h 711852"/>
                <a:gd name="connsiteX1" fmla="*/ 159482 w 474291"/>
                <a:gd name="connsiteY1" fmla="*/ 426115 h 711852"/>
                <a:gd name="connsiteX2" fmla="*/ 149514 w 474291"/>
                <a:gd name="connsiteY2" fmla="*/ 358003 h 711852"/>
                <a:gd name="connsiteX3" fmla="*/ 195199 w 474291"/>
                <a:gd name="connsiteY3" fmla="*/ 298197 h 711852"/>
                <a:gd name="connsiteX4" fmla="*/ 321455 w 474291"/>
                <a:gd name="connsiteY4" fmla="*/ 211812 h 711852"/>
                <a:gd name="connsiteX5" fmla="*/ 321455 w 474291"/>
                <a:gd name="connsiteY5" fmla="*/ 210150 h 711852"/>
                <a:gd name="connsiteX6" fmla="*/ 230085 w 474291"/>
                <a:gd name="connsiteY6" fmla="*/ 139546 h 711852"/>
                <a:gd name="connsiteX7" fmla="*/ 114627 w 474291"/>
                <a:gd name="connsiteY7" fmla="*/ 179417 h 711852"/>
                <a:gd name="connsiteX8" fmla="*/ 69773 w 474291"/>
                <a:gd name="connsiteY8" fmla="*/ 195199 h 711852"/>
                <a:gd name="connsiteX9" fmla="*/ 0 w 474291"/>
                <a:gd name="connsiteY9" fmla="*/ 125426 h 711852"/>
                <a:gd name="connsiteX10" fmla="*/ 25750 w 474291"/>
                <a:gd name="connsiteY10" fmla="*/ 71434 h 711852"/>
                <a:gd name="connsiteX11" fmla="*/ 233408 w 474291"/>
                <a:gd name="connsiteY11" fmla="*/ 0 h 711852"/>
                <a:gd name="connsiteX12" fmla="*/ 474292 w 474291"/>
                <a:gd name="connsiteY12" fmla="*/ 205997 h 711852"/>
                <a:gd name="connsiteX13" fmla="*/ 474292 w 474291"/>
                <a:gd name="connsiteY13" fmla="*/ 207658 h 711852"/>
                <a:gd name="connsiteX14" fmla="*/ 278262 w 474291"/>
                <a:gd name="connsiteY14" fmla="*/ 407841 h 711852"/>
                <a:gd name="connsiteX15" fmla="*/ 274940 w 474291"/>
                <a:gd name="connsiteY15" fmla="*/ 426115 h 711852"/>
                <a:gd name="connsiteX16" fmla="*/ 220948 w 474291"/>
                <a:gd name="connsiteY16" fmla="*/ 475122 h 711852"/>
                <a:gd name="connsiteX17" fmla="*/ 212642 w 474291"/>
                <a:gd name="connsiteY17" fmla="*/ 475122 h 711852"/>
                <a:gd name="connsiteX18" fmla="*/ 213473 w 474291"/>
                <a:gd name="connsiteY18" fmla="*/ 540742 h 711852"/>
                <a:gd name="connsiteX19" fmla="*/ 299859 w 474291"/>
                <a:gd name="connsiteY19" fmla="*/ 625467 h 711852"/>
                <a:gd name="connsiteX20" fmla="*/ 299859 w 474291"/>
                <a:gd name="connsiteY20" fmla="*/ 627128 h 711852"/>
                <a:gd name="connsiteX21" fmla="*/ 213473 w 474291"/>
                <a:gd name="connsiteY21" fmla="*/ 711853 h 711852"/>
                <a:gd name="connsiteX22" fmla="*/ 127087 w 474291"/>
                <a:gd name="connsiteY22" fmla="*/ 627128 h 711852"/>
                <a:gd name="connsiteX23" fmla="*/ 127087 w 474291"/>
                <a:gd name="connsiteY23" fmla="*/ 625467 h 711852"/>
                <a:gd name="connsiteX24" fmla="*/ 213473 w 474291"/>
                <a:gd name="connsiteY24" fmla="*/ 540742 h 7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4291" h="711852">
                  <a:moveTo>
                    <a:pt x="213473" y="475122"/>
                  </a:moveTo>
                  <a:cubicBezTo>
                    <a:pt x="184401" y="475122"/>
                    <a:pt x="163635" y="453526"/>
                    <a:pt x="159482" y="426115"/>
                  </a:cubicBezTo>
                  <a:lnTo>
                    <a:pt x="149514" y="358003"/>
                  </a:lnTo>
                  <a:cubicBezTo>
                    <a:pt x="144530" y="324778"/>
                    <a:pt x="163635" y="302351"/>
                    <a:pt x="195199" y="298197"/>
                  </a:cubicBezTo>
                  <a:cubicBezTo>
                    <a:pt x="281585" y="287399"/>
                    <a:pt x="321455" y="259988"/>
                    <a:pt x="321455" y="211812"/>
                  </a:cubicBezTo>
                  <a:lnTo>
                    <a:pt x="321455" y="210150"/>
                  </a:lnTo>
                  <a:cubicBezTo>
                    <a:pt x="321455" y="165296"/>
                    <a:pt x="287399" y="139546"/>
                    <a:pt x="230085" y="139546"/>
                  </a:cubicBezTo>
                  <a:cubicBezTo>
                    <a:pt x="186893" y="139546"/>
                    <a:pt x="150345" y="152837"/>
                    <a:pt x="114627" y="179417"/>
                  </a:cubicBezTo>
                  <a:cubicBezTo>
                    <a:pt x="102999" y="188554"/>
                    <a:pt x="86386" y="195199"/>
                    <a:pt x="69773" y="195199"/>
                  </a:cubicBezTo>
                  <a:cubicBezTo>
                    <a:pt x="31564" y="195199"/>
                    <a:pt x="0" y="163635"/>
                    <a:pt x="0" y="125426"/>
                  </a:cubicBezTo>
                  <a:cubicBezTo>
                    <a:pt x="0" y="106321"/>
                    <a:pt x="8306" y="86386"/>
                    <a:pt x="25750" y="71434"/>
                  </a:cubicBezTo>
                  <a:cubicBezTo>
                    <a:pt x="78910" y="27411"/>
                    <a:pt x="145361" y="0"/>
                    <a:pt x="233408" y="0"/>
                  </a:cubicBezTo>
                  <a:cubicBezTo>
                    <a:pt x="377108" y="0"/>
                    <a:pt x="474292" y="73926"/>
                    <a:pt x="474292" y="205997"/>
                  </a:cubicBezTo>
                  <a:lnTo>
                    <a:pt x="474292" y="207658"/>
                  </a:lnTo>
                  <a:cubicBezTo>
                    <a:pt x="474292" y="333915"/>
                    <a:pt x="386245" y="386245"/>
                    <a:pt x="278262" y="407841"/>
                  </a:cubicBezTo>
                  <a:lnTo>
                    <a:pt x="274940" y="426115"/>
                  </a:lnTo>
                  <a:cubicBezTo>
                    <a:pt x="270786" y="451865"/>
                    <a:pt x="250021" y="475122"/>
                    <a:pt x="220948" y="475122"/>
                  </a:cubicBezTo>
                  <a:lnTo>
                    <a:pt x="212642" y="475122"/>
                  </a:lnTo>
                  <a:close/>
                  <a:moveTo>
                    <a:pt x="213473" y="540742"/>
                  </a:moveTo>
                  <a:cubicBezTo>
                    <a:pt x="263311" y="540742"/>
                    <a:pt x="299859" y="577290"/>
                    <a:pt x="299859" y="625467"/>
                  </a:cubicBezTo>
                  <a:lnTo>
                    <a:pt x="299859" y="627128"/>
                  </a:lnTo>
                  <a:cubicBezTo>
                    <a:pt x="299859" y="675305"/>
                    <a:pt x="263311" y="711853"/>
                    <a:pt x="213473" y="711853"/>
                  </a:cubicBezTo>
                  <a:cubicBezTo>
                    <a:pt x="163635" y="711853"/>
                    <a:pt x="127087" y="675305"/>
                    <a:pt x="127087" y="627128"/>
                  </a:cubicBezTo>
                  <a:lnTo>
                    <a:pt x="127087" y="625467"/>
                  </a:lnTo>
                  <a:cubicBezTo>
                    <a:pt x="127087" y="577290"/>
                    <a:pt x="163635" y="540742"/>
                    <a:pt x="213473" y="5407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D033893A-9EB0-9421-9DD1-A484F13D9053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018BEB6A-6D4E-0FDA-AA9F-6CA91AC5A146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B280B09B-16CD-5520-AE7F-B0BAF92BD3A2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5DD923B-2EB2-8BDC-2D55-B9CF72B35E75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701893EB-D512-D214-BA4A-D803856208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51671" y="313515"/>
            <a:ext cx="1899164" cy="2689015"/>
          </a:xfrm>
          <a:custGeom>
            <a:avLst/>
            <a:gdLst>
              <a:gd name="connsiteX0" fmla="*/ 949582 w 1899164"/>
              <a:gd name="connsiteY0" fmla="*/ 0 h 2689015"/>
              <a:gd name="connsiteX1" fmla="*/ 1899164 w 1899164"/>
              <a:gd name="connsiteY1" fmla="*/ 949582 h 2689015"/>
              <a:gd name="connsiteX2" fmla="*/ 1899163 w 1899164"/>
              <a:gd name="connsiteY2" fmla="*/ 1711394 h 2689015"/>
              <a:gd name="connsiteX3" fmla="*/ 1792656 w 1899164"/>
              <a:gd name="connsiteY3" fmla="*/ 1750376 h 2689015"/>
              <a:gd name="connsiteX4" fmla="*/ 1010879 w 1899164"/>
              <a:gd name="connsiteY4" fmla="*/ 2612638 h 2689015"/>
              <a:gd name="connsiteX5" fmla="*/ 992349 w 1899164"/>
              <a:gd name="connsiteY5" fmla="*/ 2684704 h 2689015"/>
              <a:gd name="connsiteX6" fmla="*/ 949581 w 1899164"/>
              <a:gd name="connsiteY6" fmla="*/ 2689015 h 2689015"/>
              <a:gd name="connsiteX7" fmla="*/ 949582 w 1899164"/>
              <a:gd name="connsiteY7" fmla="*/ 2689014 h 2689015"/>
              <a:gd name="connsiteX8" fmla="*/ 0 w 1899164"/>
              <a:gd name="connsiteY8" fmla="*/ 1739432 h 2689015"/>
              <a:gd name="connsiteX9" fmla="*/ 0 w 1899164"/>
              <a:gd name="connsiteY9" fmla="*/ 949582 h 2689015"/>
              <a:gd name="connsiteX10" fmla="*/ 949582 w 1899164"/>
              <a:gd name="connsiteY10" fmla="*/ 0 h 2689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9164" h="2689015">
                <a:moveTo>
                  <a:pt x="949582" y="0"/>
                </a:moveTo>
                <a:cubicBezTo>
                  <a:pt x="1474022" y="0"/>
                  <a:pt x="1899164" y="425142"/>
                  <a:pt x="1899164" y="949582"/>
                </a:cubicBezTo>
                <a:lnTo>
                  <a:pt x="1899163" y="1711394"/>
                </a:lnTo>
                <a:lnTo>
                  <a:pt x="1792656" y="1750376"/>
                </a:lnTo>
                <a:cubicBezTo>
                  <a:pt x="1420714" y="1907695"/>
                  <a:pt x="1131993" y="2223244"/>
                  <a:pt x="1010879" y="2612638"/>
                </a:cubicBezTo>
                <a:lnTo>
                  <a:pt x="992349" y="2684704"/>
                </a:lnTo>
                <a:lnTo>
                  <a:pt x="949581" y="2689015"/>
                </a:lnTo>
                <a:lnTo>
                  <a:pt x="949582" y="2689014"/>
                </a:lnTo>
                <a:cubicBezTo>
                  <a:pt x="425142" y="2689014"/>
                  <a:pt x="0" y="2263872"/>
                  <a:pt x="0" y="1739432"/>
                </a:cubicBezTo>
                <a:lnTo>
                  <a:pt x="0" y="949582"/>
                </a:lnTo>
                <a:cubicBezTo>
                  <a:pt x="0" y="425142"/>
                  <a:pt x="425142" y="0"/>
                  <a:pt x="949582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0C6E9600-2099-D20A-56B5-0F5A433BB1B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00431" y="1955308"/>
            <a:ext cx="2763455" cy="431849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5999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3DF27EE-8808-31DF-4024-9404540B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7052" y="1649730"/>
            <a:ext cx="11077573" cy="462407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</a:defRPr>
            </a:lvl1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5FAAC91-48C2-49F0-B69F-A5D04E3E5AE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4427190A-4C10-6DD1-7DD0-2B30CABC0ED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FB2F1ABA-9041-DD3F-B629-E4A7C5D42A20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69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5939" y="150228"/>
            <a:ext cx="1474442" cy="116538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3" y="757446"/>
            <a:ext cx="9353618" cy="3323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02" y="1654935"/>
            <a:ext cx="11217177" cy="45774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 b="1" spc="30" baseline="0"/>
              <a:t>Cinquième niveau</a:t>
            </a:r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94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17" r:id="rId2"/>
    <p:sldLayoutId id="2147483687" r:id="rId3"/>
    <p:sldLayoutId id="2147483718" r:id="rId4"/>
    <p:sldLayoutId id="2147483719" r:id="rId5"/>
    <p:sldLayoutId id="2147483810" r:id="rId6"/>
    <p:sldLayoutId id="2147483701" r:id="rId7"/>
    <p:sldLayoutId id="2147483702" r:id="rId8"/>
    <p:sldLayoutId id="2147483703" r:id="rId9"/>
    <p:sldLayoutId id="2147483704" r:id="rId10"/>
    <p:sldLayoutId id="2147483790" r:id="rId11"/>
    <p:sldLayoutId id="2147483705" r:id="rId12"/>
    <p:sldLayoutId id="2147483809" r:id="rId13"/>
    <p:sldLayoutId id="2147483805" r:id="rId14"/>
    <p:sldLayoutId id="2147483801" r:id="rId15"/>
    <p:sldLayoutId id="2147483794" r:id="rId16"/>
    <p:sldLayoutId id="2147483716" r:id="rId17"/>
    <p:sldLayoutId id="2147483814" r:id="rId18"/>
    <p:sldLayoutId id="2147483819" r:id="rId19"/>
    <p:sldLayoutId id="2147483932" r:id="rId20"/>
  </p:sldLayoutIdLst>
  <p:hf hdr="0" dt="0"/>
  <p:txStyles>
    <p:titleStyle>
      <a:lvl1pPr marL="36000"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all" spc="150" baseline="0"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54000" indent="-54000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SzPct val="100000"/>
        <a:buFont typeface="Arial" panose="020B0604020202020204" pitchFamily="34" charset="0"/>
        <a:buChar char=" "/>
        <a:defRPr sz="1600" b="1" kern="1200"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  <a:latin typeface="+mn-lt"/>
          <a:ea typeface="+mn-ea"/>
          <a:cs typeface="+mn-cs"/>
        </a:defRPr>
      </a:lvl1pPr>
      <a:lvl2pPr marL="54000" indent="-54000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SzPct val="25000"/>
        <a:buFont typeface="Arial" panose="020B0604020202020204" pitchFamily="34" charset="0"/>
        <a:buChar char=" 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" indent="-54000" algn="l" defTabSz="914400" rtl="0" eaLnBrk="1" latinLnBrk="0" hangingPunct="1">
        <a:lnSpc>
          <a:spcPct val="100000"/>
        </a:lnSpc>
        <a:spcBef>
          <a:spcPts val="1200"/>
        </a:spcBef>
        <a:buClr>
          <a:schemeClr val="bg1"/>
        </a:buClr>
        <a:buSzPct val="25000"/>
        <a:buFont typeface="Arial" panose="020B0604020202020204" pitchFamily="34" charset="0"/>
        <a:buChar char=" "/>
        <a:defRPr sz="1600" b="1" kern="1200" spc="30" baseline="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731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esterneim.com/Documents/Presentation-MarketOverview-CAISO.pdf" TargetMode="Externa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asis.caiso.com/mrioasis/logon.do?reason=application.baseAction.noSession" TargetMode="Externa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iso.com/documents/presentation-ferc-order-2222-new-hdera-type-to-support-underlying-ders-and-dcrs.pdf" TargetMode="Externa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3509-2901-AB27-302D-A894CE6148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rules Overview: CAISO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5D63F-1FA5-5BFA-06C9-6208F4088F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51881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5AD6-7FD5-6EF5-81D0-3F1CB273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B41CA-333A-C84F-6841-1CF20CAF4199}"/>
              </a:ext>
            </a:extLst>
          </p:cNvPr>
          <p:cNvSpPr/>
          <p:nvPr/>
        </p:nvSpPr>
        <p:spPr>
          <a:xfrm>
            <a:off x="10003536" y="73152"/>
            <a:ext cx="2103120" cy="1335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5A5D8-F103-7D2B-94B6-6D376708EBAF}"/>
              </a:ext>
            </a:extLst>
          </p:cNvPr>
          <p:cNvSpPr/>
          <p:nvPr/>
        </p:nvSpPr>
        <p:spPr>
          <a:xfrm>
            <a:off x="411956" y="307181"/>
            <a:ext cx="681038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D7E0691-2388-53F6-4F42-18E3BCF811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B6798E-F7DE-61D1-BEE3-CB43B03E5E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FEFE421-F39D-9093-BB8A-337C2379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591248"/>
            <a:ext cx="8592872" cy="664797"/>
          </a:xfrm>
        </p:spPr>
        <p:txBody>
          <a:bodyPr/>
          <a:lstStyle/>
          <a:p>
            <a:pPr algn="l" rtl="0"/>
            <a:r>
              <a:rPr lang="en-US" b="1" i="0" u="none" baseline="0" dirty="0"/>
              <a:t>Overview of CAISO market value streams</a:t>
            </a:r>
            <a:br>
              <a:rPr lang="en-US" dirty="0"/>
            </a:br>
            <a:endParaRPr lang="en-US" b="0" i="0" u="none" baseline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55EED-195D-AA31-E9B9-550B47BE9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010221"/>
              </p:ext>
            </p:extLst>
          </p:nvPr>
        </p:nvGraphicFramePr>
        <p:xfrm>
          <a:off x="502997" y="1033481"/>
          <a:ext cx="10980141" cy="560832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39775">
                  <a:extLst>
                    <a:ext uri="{9D8B030D-6E8A-4147-A177-3AD203B41FA5}">
                      <a16:colId xmlns:a16="http://schemas.microsoft.com/office/drawing/2014/main" val="1675151048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619114546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1303529019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0455137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1398557928"/>
                    </a:ext>
                  </a:extLst>
                </a:gridCol>
                <a:gridCol w="2807006">
                  <a:extLst>
                    <a:ext uri="{9D8B030D-6E8A-4147-A177-3AD203B41FA5}">
                      <a16:colId xmlns:a16="http://schemas.microsoft.com/office/drawing/2014/main" val="2332775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Front-the-meter 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Behind-the-meter 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Bid Components (for each trading 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Settlements (quantity &amp; price)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59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1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Time-Of-Use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Energy, at retailer’s TOU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66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2.1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Charge: coincident (peak)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Peak demand, at retailer’s Coincident DC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63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2.2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Charge: non-coincident (off-peak)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arenR"/>
                        <a:tabLst/>
                        <a:defRPr/>
                      </a:pPr>
                      <a:r>
                        <a:rPr lang="en-US" sz="900" dirty="0"/>
                        <a:t>Off-peak demand, at retailer’s Non-coincident DC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18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Response: DSGS or ELRP?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29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Carbon Market: LCFS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Yes, only for EVSE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Energy, at LCFS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0791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Wholesale Energy: Day-Ahead (DAM) and Real-Time (RTM)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Yes, with limitations: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Sell if price &gt; NBT threshold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No net export of facility + DER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Buy if price &lt;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Bid curve (MW vs price)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energy award at DA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RT energy award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30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Regulation 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Ramp Rate (MW/minute)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Mileage price ($/MW – default to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Mileage at DA and/or RT mileage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669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Regulation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Ramp Rate (MW/minute)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Mileage price ($/MW – default to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Mileage at DA and/or RT mileage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88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Spinning 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9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Non-spinning 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38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Flexible Ramping Product (FRP)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 through flexible resource adequacy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Residual Unit Commitment (RUC) capacity?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DA bid??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Flexible Ramp Forecasted Movement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Uncertainty Ramp-up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Uncertainty Ram-down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7949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25CE6-FB28-6950-18AA-6BD499B0E280}"/>
              </a:ext>
            </a:extLst>
          </p:cNvPr>
          <p:cNvGrpSpPr/>
          <p:nvPr/>
        </p:nvGrpSpPr>
        <p:grpSpPr>
          <a:xfrm>
            <a:off x="389059" y="555068"/>
            <a:ext cx="763776" cy="379430"/>
            <a:chOff x="517672" y="401533"/>
            <a:chExt cx="763776" cy="379430"/>
          </a:xfrm>
        </p:grpSpPr>
        <p:sp>
          <p:nvSpPr>
            <p:cNvPr id="10" name="Rectangle : coins arrondis 28">
              <a:extLst>
                <a:ext uri="{FF2B5EF4-FFF2-40B4-BE49-F238E27FC236}">
                  <a16:creationId xmlns:a16="http://schemas.microsoft.com/office/drawing/2014/main" id="{F3712196-DA04-BCA8-A806-563F9830A607}"/>
                </a:ext>
              </a:extLst>
            </p:cNvPr>
            <p:cNvSpPr/>
            <p:nvPr/>
          </p:nvSpPr>
          <p:spPr>
            <a:xfrm rot="16200000">
              <a:off x="709845" y="209360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" name="Forme libre : forme 29">
              <a:extLst>
                <a:ext uri="{FF2B5EF4-FFF2-40B4-BE49-F238E27FC236}">
                  <a16:creationId xmlns:a16="http://schemas.microsoft.com/office/drawing/2014/main" id="{04CAD1F1-7466-B73C-5B29-E774B31BBD3B}"/>
                </a:ext>
              </a:extLst>
            </p:cNvPr>
            <p:cNvSpPr/>
            <p:nvPr/>
          </p:nvSpPr>
          <p:spPr>
            <a:xfrm rot="10800000">
              <a:off x="932678" y="437571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Graphique 16">
              <a:extLst>
                <a:ext uri="{FF2B5EF4-FFF2-40B4-BE49-F238E27FC236}">
                  <a16:creationId xmlns:a16="http://schemas.microsoft.com/office/drawing/2014/main" id="{16DB6B8A-DECB-AE30-A6B0-9B868361C3F1}"/>
                </a:ext>
              </a:extLst>
            </p:cNvPr>
            <p:cNvSpPr/>
            <p:nvPr/>
          </p:nvSpPr>
          <p:spPr>
            <a:xfrm>
              <a:off x="1002067" y="509078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9370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C49F8-8189-CC3D-746B-BCFF982379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ECAB3-E65E-360B-BF1C-3351EA73CB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63F304-3297-A269-5B5C-5A29C281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757447"/>
            <a:ext cx="8592872" cy="332399"/>
          </a:xfrm>
        </p:spPr>
        <p:txBody>
          <a:bodyPr/>
          <a:lstStyle/>
          <a:p>
            <a:r>
              <a:rPr lang="en-US" dirty="0"/>
              <a:t>Market Timeline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991E7-CAEE-1DD3-B638-1D80A0B30ED5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</a:t>
            </a:r>
            <a:r>
              <a:rPr lang="en-US" sz="900" i="1" dirty="0">
                <a:hlinkClick r:id="rId2"/>
              </a:rPr>
              <a:t>CAISO: Overview of Market Processes</a:t>
            </a:r>
            <a:r>
              <a:rPr lang="en-US" sz="900" dirty="0">
                <a:hlinkClick r:id="rId2"/>
              </a:rPr>
              <a:t>, CAISO, 2022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7175A-4EB3-23A7-28D3-9D456FAE98EA}"/>
              </a:ext>
            </a:extLst>
          </p:cNvPr>
          <p:cNvSpPr txBox="1"/>
          <p:nvPr/>
        </p:nvSpPr>
        <p:spPr>
          <a:xfrm>
            <a:off x="503826" y="1327988"/>
            <a:ext cx="4161299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Day-Ahead Market (DAM)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6CA66-0BB1-CF81-C221-C28FAAE3416A}"/>
              </a:ext>
            </a:extLst>
          </p:cNvPr>
          <p:cNvSpPr txBox="1"/>
          <p:nvPr/>
        </p:nvSpPr>
        <p:spPr>
          <a:xfrm>
            <a:off x="4916196" y="1338976"/>
            <a:ext cx="4002168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Real-Time Market (RTM)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79EE5-92DF-350C-D702-3C8831F08F4F}"/>
              </a:ext>
            </a:extLst>
          </p:cNvPr>
          <p:cNvSpPr txBox="1"/>
          <p:nvPr/>
        </p:nvSpPr>
        <p:spPr>
          <a:xfrm>
            <a:off x="9169435" y="1338976"/>
            <a:ext cx="2412423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market activities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0B4506-E5E6-3EAA-8CE5-BDE145B00C8B}"/>
              </a:ext>
            </a:extLst>
          </p:cNvPr>
          <p:cNvCxnSpPr>
            <a:cxnSpLocks/>
          </p:cNvCxnSpPr>
          <p:nvPr/>
        </p:nvCxnSpPr>
        <p:spPr>
          <a:xfrm>
            <a:off x="603252" y="2152650"/>
            <a:ext cx="10978606" cy="0"/>
          </a:xfrm>
          <a:prstGeom prst="straightConnector1">
            <a:avLst/>
          </a:prstGeom>
          <a:ln w="57150" cap="rnd">
            <a:solidFill>
              <a:schemeClr val="tx1">
                <a:lumMod val="40000"/>
                <a:lumOff val="60000"/>
              </a:schemeClr>
            </a:solidFill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AF4608-1837-72E0-6791-98E76BA5234C}"/>
              </a:ext>
            </a:extLst>
          </p:cNvPr>
          <p:cNvSpPr txBox="1"/>
          <p:nvPr/>
        </p:nvSpPr>
        <p:spPr>
          <a:xfrm>
            <a:off x="5142721" y="2341864"/>
            <a:ext cx="3831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RTM settlement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HASP -&gt; advisory dispatches/awards. Dispatch only long inertia 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8ABEE-7F90-3546-D471-D7ABBE34B0D1}"/>
              </a:ext>
            </a:extLst>
          </p:cNvPr>
          <p:cNvSpPr txBox="1"/>
          <p:nvPr/>
        </p:nvSpPr>
        <p:spPr>
          <a:xfrm>
            <a:off x="417515" y="1709767"/>
            <a:ext cx="1122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D-7days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34EA1-4323-0F56-39B4-557E18F6B7B9}"/>
              </a:ext>
            </a:extLst>
          </p:cNvPr>
          <p:cNvSpPr txBox="1"/>
          <p:nvPr/>
        </p:nvSpPr>
        <p:spPr>
          <a:xfrm>
            <a:off x="1602792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D-1 at 10:00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8916B-5BFD-E8E6-90DF-074632DF83A5}"/>
              </a:ext>
            </a:extLst>
          </p:cNvPr>
          <p:cNvSpPr txBox="1"/>
          <p:nvPr/>
        </p:nvSpPr>
        <p:spPr>
          <a:xfrm>
            <a:off x="4557175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D-1 at 13:00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C15235-A5DC-AF88-E4D7-6412B2C996CD}"/>
              </a:ext>
            </a:extLst>
          </p:cNvPr>
          <p:cNvSpPr txBox="1"/>
          <p:nvPr/>
        </p:nvSpPr>
        <p:spPr>
          <a:xfrm>
            <a:off x="5862514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T-75min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EA29FB-2E76-B595-D378-2A9C589CC852}"/>
              </a:ext>
            </a:extLst>
          </p:cNvPr>
          <p:cNvSpPr txBox="1"/>
          <p:nvPr/>
        </p:nvSpPr>
        <p:spPr>
          <a:xfrm>
            <a:off x="420688" y="2341864"/>
            <a:ext cx="1559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DAM bids submission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97C38-FC61-750B-790B-CCEF37EFD19A}"/>
              </a:ext>
            </a:extLst>
          </p:cNvPr>
          <p:cNvSpPr txBox="1"/>
          <p:nvPr/>
        </p:nvSpPr>
        <p:spPr>
          <a:xfrm>
            <a:off x="1952326" y="2341864"/>
            <a:ext cx="299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DAM settlement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Market power mitigation (MPM) checks and mitigates bids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Integrated forward market (IFM) settles the awards for each trading hour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3B42D-5120-CA8E-7D01-F59C432083E3}"/>
              </a:ext>
            </a:extLst>
          </p:cNvPr>
          <p:cNvSpPr txBox="1"/>
          <p:nvPr/>
        </p:nvSpPr>
        <p:spPr>
          <a:xfrm>
            <a:off x="358993" y="4945935"/>
            <a:ext cx="11149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C00000"/>
                </a:solidFill>
              </a:rPr>
              <a:t>Takeaways</a:t>
            </a:r>
            <a:endParaRPr lang="en-US" sz="1600" dirty="0">
              <a:solidFill>
                <a:srgbClr val="C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DAM bids </a:t>
            </a:r>
            <a:r>
              <a:rPr lang="en-US" sz="1600" u="sng" dirty="0"/>
              <a:t>and</a:t>
            </a:r>
            <a:r>
              <a:rPr lang="en-US" sz="1600" dirty="0"/>
              <a:t> awards are for each trading hour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RTM bids are for each trading hour, </a:t>
            </a:r>
            <a:r>
              <a:rPr lang="en-US" sz="1600" u="sng" dirty="0"/>
              <a:t>but: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Capacity awards (and some energy awards for generators who need to shut-down/start-up/transition slowly) are for each 15 minutes interval of the trading hour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Energy is dispatched every 5 minutes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B8495D-FD5C-3054-0894-0D572006CEEA}"/>
              </a:ext>
            </a:extLst>
          </p:cNvPr>
          <p:cNvSpPr txBox="1"/>
          <p:nvPr/>
        </p:nvSpPr>
        <p:spPr>
          <a:xfrm>
            <a:off x="9528822" y="2341864"/>
            <a:ext cx="24124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Send metering information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Final settlements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1785ED7-47E9-F1CB-DA28-959A968382B5}"/>
              </a:ext>
            </a:extLst>
          </p:cNvPr>
          <p:cNvSpPr/>
          <p:nvPr/>
        </p:nvSpPr>
        <p:spPr>
          <a:xfrm>
            <a:off x="5970464" y="2026650"/>
            <a:ext cx="3200400" cy="25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BC0892F-A725-4019-8B89-2E46A576CB41}"/>
              </a:ext>
            </a:extLst>
          </p:cNvPr>
          <p:cNvSpPr/>
          <p:nvPr/>
        </p:nvSpPr>
        <p:spPr>
          <a:xfrm>
            <a:off x="4665502" y="2026650"/>
            <a:ext cx="1554480" cy="25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7EB364-24DB-D796-E5A2-76D4A53DF769}"/>
              </a:ext>
            </a:extLst>
          </p:cNvPr>
          <p:cNvSpPr/>
          <p:nvPr/>
        </p:nvSpPr>
        <p:spPr>
          <a:xfrm>
            <a:off x="1715796" y="2026650"/>
            <a:ext cx="3200400" cy="25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3EEE6AA4-7F66-E8E6-D126-3079250D852F}"/>
              </a:ext>
            </a:extLst>
          </p:cNvPr>
          <p:cNvSpPr/>
          <p:nvPr/>
        </p:nvSpPr>
        <p:spPr>
          <a:xfrm rot="5400000">
            <a:off x="1109347" y="1421131"/>
            <a:ext cx="251999" cy="14630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5252C077-6A9C-AB57-307C-C5373B64A531}"/>
              </a:ext>
            </a:extLst>
          </p:cNvPr>
          <p:cNvSpPr/>
          <p:nvPr/>
        </p:nvSpPr>
        <p:spPr>
          <a:xfrm rot="5400000">
            <a:off x="4664661" y="2027115"/>
            <a:ext cx="251999" cy="25107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ABA4A2-8FB4-5984-2E4D-A51494279CCB}"/>
              </a:ext>
            </a:extLst>
          </p:cNvPr>
          <p:cNvSpPr txBox="1"/>
          <p:nvPr/>
        </p:nvSpPr>
        <p:spPr>
          <a:xfrm>
            <a:off x="548952" y="2014803"/>
            <a:ext cx="9382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DAM open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184E89-41C4-429B-743E-22F43F7929A8}"/>
              </a:ext>
            </a:extLst>
          </p:cNvPr>
          <p:cNvSpPr txBox="1"/>
          <p:nvPr/>
        </p:nvSpPr>
        <p:spPr>
          <a:xfrm>
            <a:off x="2147642" y="2014803"/>
            <a:ext cx="112418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DAM settles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D5442D-854D-8508-5466-3751361E5180}"/>
              </a:ext>
            </a:extLst>
          </p:cNvPr>
          <p:cNvSpPr txBox="1"/>
          <p:nvPr/>
        </p:nvSpPr>
        <p:spPr>
          <a:xfrm>
            <a:off x="4962894" y="2014803"/>
            <a:ext cx="9382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RTM open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0DA83A-310B-2F8E-10B7-03886A2DF5AB}"/>
              </a:ext>
            </a:extLst>
          </p:cNvPr>
          <p:cNvSpPr txBox="1"/>
          <p:nvPr/>
        </p:nvSpPr>
        <p:spPr>
          <a:xfrm>
            <a:off x="6528533" y="2014803"/>
            <a:ext cx="112418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RTM settles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A1F9F30F-9A2F-D8C3-E0F4-F5A9633C21B0}"/>
              </a:ext>
            </a:extLst>
          </p:cNvPr>
          <p:cNvSpPr/>
          <p:nvPr/>
        </p:nvSpPr>
        <p:spPr>
          <a:xfrm rot="5400000">
            <a:off x="8917900" y="2027115"/>
            <a:ext cx="251999" cy="25107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B5BFD7-6A81-6CFD-4D54-1D4ECF1E1E50}"/>
              </a:ext>
            </a:extLst>
          </p:cNvPr>
          <p:cNvCxnSpPr>
            <a:cxnSpLocks/>
          </p:cNvCxnSpPr>
          <p:nvPr/>
        </p:nvCxnSpPr>
        <p:spPr>
          <a:xfrm>
            <a:off x="9068398" y="4569618"/>
            <a:ext cx="0" cy="425069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5F12AC-0BE8-804A-E896-F379A3C3B895}"/>
              </a:ext>
            </a:extLst>
          </p:cNvPr>
          <p:cNvCxnSpPr>
            <a:cxnSpLocks/>
          </p:cNvCxnSpPr>
          <p:nvPr/>
        </p:nvCxnSpPr>
        <p:spPr>
          <a:xfrm>
            <a:off x="5156574" y="4783262"/>
            <a:ext cx="3904550" cy="0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90E4F4-3EB6-D413-1F79-AF38DC2B4041}"/>
              </a:ext>
            </a:extLst>
          </p:cNvPr>
          <p:cNvSpPr txBox="1"/>
          <p:nvPr/>
        </p:nvSpPr>
        <p:spPr>
          <a:xfrm>
            <a:off x="5847986" y="4137474"/>
            <a:ext cx="1141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i="1" dirty="0"/>
              <a:t>Start of trading hour (T)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B6D666F-B5DB-0894-598A-DCDD34700DD4}"/>
              </a:ext>
            </a:extLst>
          </p:cNvPr>
          <p:cNvCxnSpPr>
            <a:cxnSpLocks/>
          </p:cNvCxnSpPr>
          <p:nvPr/>
        </p:nvCxnSpPr>
        <p:spPr>
          <a:xfrm>
            <a:off x="5939337" y="4569618"/>
            <a:ext cx="0" cy="425069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900FC5-94B8-CE49-DD4A-E943B2D56F24}"/>
              </a:ext>
            </a:extLst>
          </p:cNvPr>
          <p:cNvCxnSpPr>
            <a:cxnSpLocks/>
          </p:cNvCxnSpPr>
          <p:nvPr/>
        </p:nvCxnSpPr>
        <p:spPr>
          <a:xfrm>
            <a:off x="5157072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20D5890-2BE8-0D32-1218-D57731939A5B}"/>
              </a:ext>
            </a:extLst>
          </p:cNvPr>
          <p:cNvCxnSpPr>
            <a:cxnSpLocks/>
          </p:cNvCxnSpPr>
          <p:nvPr/>
        </p:nvCxnSpPr>
        <p:spPr>
          <a:xfrm>
            <a:off x="5939875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2B7A4E1-5D2E-0186-3719-9D285C8A0479}"/>
              </a:ext>
            </a:extLst>
          </p:cNvPr>
          <p:cNvCxnSpPr>
            <a:cxnSpLocks/>
          </p:cNvCxnSpPr>
          <p:nvPr/>
        </p:nvCxnSpPr>
        <p:spPr>
          <a:xfrm>
            <a:off x="6722180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287A97-DD57-6D4A-420C-812739EC77B9}"/>
              </a:ext>
            </a:extLst>
          </p:cNvPr>
          <p:cNvCxnSpPr>
            <a:cxnSpLocks/>
          </p:cNvCxnSpPr>
          <p:nvPr/>
        </p:nvCxnSpPr>
        <p:spPr>
          <a:xfrm>
            <a:off x="7504485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605BCD4-5ADB-927E-DD1F-57B4BEA321E8}"/>
              </a:ext>
            </a:extLst>
          </p:cNvPr>
          <p:cNvCxnSpPr>
            <a:cxnSpLocks/>
          </p:cNvCxnSpPr>
          <p:nvPr/>
        </p:nvCxnSpPr>
        <p:spPr>
          <a:xfrm>
            <a:off x="567858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8035907-79E0-95A2-89BC-620211AC6632}"/>
              </a:ext>
            </a:extLst>
          </p:cNvPr>
          <p:cNvCxnSpPr>
            <a:cxnSpLocks/>
          </p:cNvCxnSpPr>
          <p:nvPr/>
        </p:nvCxnSpPr>
        <p:spPr>
          <a:xfrm>
            <a:off x="593933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43FD68-281D-BD1A-A28E-FA6F6D07FC1E}"/>
              </a:ext>
            </a:extLst>
          </p:cNvPr>
          <p:cNvCxnSpPr>
            <a:cxnSpLocks/>
          </p:cNvCxnSpPr>
          <p:nvPr/>
        </p:nvCxnSpPr>
        <p:spPr>
          <a:xfrm>
            <a:off x="620009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67B3B7-CC56-A3B2-AB0D-1B562F47D60A}"/>
              </a:ext>
            </a:extLst>
          </p:cNvPr>
          <p:cNvCxnSpPr>
            <a:cxnSpLocks/>
          </p:cNvCxnSpPr>
          <p:nvPr/>
        </p:nvCxnSpPr>
        <p:spPr>
          <a:xfrm>
            <a:off x="646084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6BA037-4A5F-DA64-8C1F-8A754E34E58E}"/>
              </a:ext>
            </a:extLst>
          </p:cNvPr>
          <p:cNvCxnSpPr>
            <a:cxnSpLocks/>
          </p:cNvCxnSpPr>
          <p:nvPr/>
        </p:nvCxnSpPr>
        <p:spPr>
          <a:xfrm>
            <a:off x="672160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8354752-3ED9-20BC-17A7-98594AF90E5C}"/>
              </a:ext>
            </a:extLst>
          </p:cNvPr>
          <p:cNvCxnSpPr>
            <a:cxnSpLocks/>
          </p:cNvCxnSpPr>
          <p:nvPr/>
        </p:nvCxnSpPr>
        <p:spPr>
          <a:xfrm>
            <a:off x="698235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601D0CC-67C0-A4D7-0AF1-74347BD93648}"/>
              </a:ext>
            </a:extLst>
          </p:cNvPr>
          <p:cNvCxnSpPr>
            <a:cxnSpLocks/>
          </p:cNvCxnSpPr>
          <p:nvPr/>
        </p:nvCxnSpPr>
        <p:spPr>
          <a:xfrm>
            <a:off x="724311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97F6870-4733-1844-4D3A-43C8AEE60B8D}"/>
              </a:ext>
            </a:extLst>
          </p:cNvPr>
          <p:cNvCxnSpPr>
            <a:cxnSpLocks/>
          </p:cNvCxnSpPr>
          <p:nvPr/>
        </p:nvCxnSpPr>
        <p:spPr>
          <a:xfrm>
            <a:off x="750386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7CE964-A4C1-C0C9-AD5F-217B8423BFA9}"/>
              </a:ext>
            </a:extLst>
          </p:cNvPr>
          <p:cNvCxnSpPr>
            <a:cxnSpLocks/>
          </p:cNvCxnSpPr>
          <p:nvPr/>
        </p:nvCxnSpPr>
        <p:spPr>
          <a:xfrm>
            <a:off x="776462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9D249B9-31C1-365F-F3EF-DE2375FB825E}"/>
              </a:ext>
            </a:extLst>
          </p:cNvPr>
          <p:cNvCxnSpPr>
            <a:cxnSpLocks/>
          </p:cNvCxnSpPr>
          <p:nvPr/>
        </p:nvCxnSpPr>
        <p:spPr>
          <a:xfrm>
            <a:off x="802537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F71D584-ABC6-5C17-DF76-80DE9D07B193}"/>
              </a:ext>
            </a:extLst>
          </p:cNvPr>
          <p:cNvSpPr txBox="1"/>
          <p:nvPr/>
        </p:nvSpPr>
        <p:spPr>
          <a:xfrm>
            <a:off x="8976035" y="4137474"/>
            <a:ext cx="986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i="1" dirty="0"/>
              <a:t>End of trading hour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C6B83A-0C76-1853-D3AB-2B589D2B32DE}"/>
              </a:ext>
            </a:extLst>
          </p:cNvPr>
          <p:cNvSpPr txBox="1"/>
          <p:nvPr/>
        </p:nvSpPr>
        <p:spPr>
          <a:xfrm>
            <a:off x="4916196" y="4306751"/>
            <a:ext cx="4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T-15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C4839C-76C8-26B8-4E72-4B127F7DBCC0}"/>
              </a:ext>
            </a:extLst>
          </p:cNvPr>
          <p:cNvCxnSpPr>
            <a:cxnSpLocks/>
          </p:cNvCxnSpPr>
          <p:nvPr/>
        </p:nvCxnSpPr>
        <p:spPr>
          <a:xfrm>
            <a:off x="828613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D310419-2804-228F-AE97-D451CDD68DFA}"/>
              </a:ext>
            </a:extLst>
          </p:cNvPr>
          <p:cNvCxnSpPr>
            <a:cxnSpLocks/>
          </p:cNvCxnSpPr>
          <p:nvPr/>
        </p:nvCxnSpPr>
        <p:spPr>
          <a:xfrm>
            <a:off x="854688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C828D5E-A242-B6EF-AEDC-CF20280C63AE}"/>
              </a:ext>
            </a:extLst>
          </p:cNvPr>
          <p:cNvSpPr txBox="1"/>
          <p:nvPr/>
        </p:nvSpPr>
        <p:spPr>
          <a:xfrm>
            <a:off x="5448904" y="4306751"/>
            <a:ext cx="4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T-5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2A5FDD-4096-0983-F6CA-5A347B9B7F48}"/>
              </a:ext>
            </a:extLst>
          </p:cNvPr>
          <p:cNvSpPr txBox="1"/>
          <p:nvPr/>
        </p:nvSpPr>
        <p:spPr>
          <a:xfrm>
            <a:off x="5142721" y="2998131"/>
            <a:ext cx="3831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 startAt="2"/>
            </a:pPr>
            <a:r>
              <a:rPr lang="en-US" sz="1400" dirty="0">
                <a:solidFill>
                  <a:schemeClr val="tx2"/>
                </a:solidFill>
              </a:rPr>
              <a:t>FMM</a:t>
            </a:r>
            <a:r>
              <a:rPr lang="en-US" sz="1400" dirty="0"/>
              <a:t> -&gt; settles awards for next 15min of the trading hour. Dispatch only resources that need to start up or shut down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A2FCAF-C9FB-F3B8-E9F3-412183B26E27}"/>
              </a:ext>
            </a:extLst>
          </p:cNvPr>
          <p:cNvSpPr txBox="1"/>
          <p:nvPr/>
        </p:nvSpPr>
        <p:spPr>
          <a:xfrm>
            <a:off x="5142721" y="3654398"/>
            <a:ext cx="3831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 startAt="3"/>
            </a:pPr>
            <a:r>
              <a:rPr lang="en-US" sz="1400" dirty="0">
                <a:solidFill>
                  <a:srgbClr val="FF1000"/>
                </a:solidFill>
              </a:rPr>
              <a:t>RTD</a:t>
            </a:r>
            <a:r>
              <a:rPr lang="en-US" sz="1400" dirty="0"/>
              <a:t> -&gt; dispatch instructions sent based on awards</a:t>
            </a:r>
          </a:p>
        </p:txBody>
      </p:sp>
    </p:spTree>
    <p:extLst>
      <p:ext uri="{BB962C8B-B14F-4D97-AF65-F5344CB8AC3E}">
        <p14:creationId xmlns:p14="http://schemas.microsoft.com/office/powerpoint/2010/main" val="39076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23" grpId="0"/>
      <p:bldP spid="28" grpId="0" animBg="1"/>
      <p:bldP spid="27" grpId="0" animBg="1"/>
      <p:bldP spid="25" grpId="0" animBg="1"/>
      <p:bldP spid="24" grpId="0" animBg="1"/>
      <p:bldP spid="30" grpId="0" animBg="1"/>
      <p:bldP spid="33" grpId="0"/>
      <p:bldP spid="34" grpId="0"/>
      <p:bldP spid="37" grpId="0"/>
      <p:bldP spid="38" grpId="0"/>
      <p:bldP spid="39" grpId="0" animBg="1"/>
      <p:bldP spid="42" grpId="0"/>
      <p:bldP spid="66" grpId="0"/>
      <p:bldP spid="67" grpId="0"/>
      <p:bldP spid="79" grpId="0"/>
      <p:bldP spid="83" grpId="0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5FE1-4BD6-A5A4-708D-589F736C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EF9539E-B512-D128-CDFF-922F635244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ACB362-E67D-6783-7817-3DC1A62CE3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7FEB3C2B-E64E-719C-0465-7A9DFC71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7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000" b="0" dirty="0"/>
              <a:t>Specific rules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5FE75-13C2-2404-A339-DD3A6DB15B90}"/>
              </a:ext>
            </a:extLst>
          </p:cNvPr>
          <p:cNvSpPr txBox="1"/>
          <p:nvPr/>
        </p:nvSpPr>
        <p:spPr>
          <a:xfrm>
            <a:off x="507008" y="1922319"/>
            <a:ext cx="32648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Regulation</a:t>
            </a:r>
          </a:p>
          <a:p>
            <a:pPr algn="l"/>
            <a:r>
              <a:rPr lang="en-US" sz="1200" i="1" dirty="0"/>
              <a:t>For small mismatch btw supply and demand, small freq. deviations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Regulation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Regulation 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84DC9-7AAD-54B5-171B-CED6B17BC037}"/>
              </a:ext>
            </a:extLst>
          </p:cNvPr>
          <p:cNvSpPr txBox="1"/>
          <p:nvPr/>
        </p:nvSpPr>
        <p:spPr>
          <a:xfrm>
            <a:off x="507007" y="3825395"/>
            <a:ext cx="35999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Operating Reserve</a:t>
            </a:r>
          </a:p>
          <a:p>
            <a:pPr algn="l"/>
            <a:r>
              <a:rPr lang="en-US" sz="1200" i="1" dirty="0"/>
              <a:t>To make up for large generation deficiencies (e.g., loss of a whole generation unit)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Spinning Reserve</a:t>
            </a:r>
          </a:p>
          <a:p>
            <a:pPr lvl="1"/>
            <a:r>
              <a:rPr lang="en-US" sz="1200" i="1" dirty="0"/>
              <a:t>Load already synchronized to the grid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Non-spinning Reserve</a:t>
            </a:r>
          </a:p>
          <a:p>
            <a:pPr lvl="1"/>
            <a:r>
              <a:rPr lang="en-US" sz="1200" i="1" dirty="0"/>
              <a:t>Load not synchronized (offline) that would have to start and ramp 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4B797-378A-DC84-DBAA-1F7D9C5DA248}"/>
              </a:ext>
            </a:extLst>
          </p:cNvPr>
          <p:cNvSpPr txBox="1"/>
          <p:nvPr/>
        </p:nvSpPr>
        <p:spPr>
          <a:xfrm>
            <a:off x="4242685" y="1324706"/>
            <a:ext cx="475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Requirements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A880DF-6E10-804F-7AD6-4AB9AAA80456}"/>
              </a:ext>
            </a:extLst>
          </p:cNvPr>
          <p:cNvSpPr txBox="1"/>
          <p:nvPr/>
        </p:nvSpPr>
        <p:spPr>
          <a:xfrm>
            <a:off x="4675134" y="1822396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For Day-Ahead Market (DAM) award: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60 minutes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979FCA-65A8-CC43-4397-41D838BF18F7}"/>
              </a:ext>
            </a:extLst>
          </p:cNvPr>
          <p:cNvSpPr txBox="1"/>
          <p:nvPr/>
        </p:nvSpPr>
        <p:spPr>
          <a:xfrm>
            <a:off x="9192995" y="1324706"/>
            <a:ext cx="246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Settlements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BA062C-F7E7-3EC2-A529-55A4A157CA52}"/>
              </a:ext>
            </a:extLst>
          </p:cNvPr>
          <p:cNvSpPr txBox="1"/>
          <p:nvPr/>
        </p:nvSpPr>
        <p:spPr>
          <a:xfrm>
            <a:off x="9194252" y="1802116"/>
            <a:ext cx="246525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Capacity payment from market award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Energy payment from energy dispatched (area under AGC curve)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[Optional] Mileage payment (for accurate AGC signal variation tracking)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4B6C00-FDC6-D03C-0164-5821CF61C71B}"/>
              </a:ext>
            </a:extLst>
          </p:cNvPr>
          <p:cNvSpPr txBox="1"/>
          <p:nvPr/>
        </p:nvSpPr>
        <p:spPr>
          <a:xfrm>
            <a:off x="9194252" y="4289615"/>
            <a:ext cx="246525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Capacity payment from market award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Energy payment from energy dispatched (area under blue)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E9CB31-5E47-AABD-E6EF-BC145ABFF08A}"/>
              </a:ext>
            </a:extLst>
          </p:cNvPr>
          <p:cNvSpPr txBox="1"/>
          <p:nvPr/>
        </p:nvSpPr>
        <p:spPr>
          <a:xfrm>
            <a:off x="1274382" y="6013242"/>
            <a:ext cx="964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Requirements are enforced by the market, make sure we put them as SOC constraints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83B667-21F2-44C1-0E77-2656AF0F6BA0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Tariff section 8.4.3, Tariff appendix 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28B1F1-81B3-F5A0-78F5-58D0A183A930}"/>
              </a:ext>
            </a:extLst>
          </p:cNvPr>
          <p:cNvSpPr txBox="1"/>
          <p:nvPr/>
        </p:nvSpPr>
        <p:spPr>
          <a:xfrm>
            <a:off x="4675134" y="2612623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For Real-Time Market (RTM) award: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30 minutes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DC0C49-0894-782D-B582-0D4A85E1DFC3}"/>
              </a:ext>
            </a:extLst>
          </p:cNvPr>
          <p:cNvSpPr txBox="1"/>
          <p:nvPr/>
        </p:nvSpPr>
        <p:spPr>
          <a:xfrm>
            <a:off x="4675134" y="4533394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Ramp up to awarded capacity in 10 minutes max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30 minutes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EBD4A7-20FC-322F-27D4-73594F11ACB1}"/>
              </a:ext>
            </a:extLst>
          </p:cNvPr>
          <p:cNvSpPr txBox="1"/>
          <p:nvPr/>
        </p:nvSpPr>
        <p:spPr>
          <a:xfrm>
            <a:off x="4675134" y="3402850"/>
            <a:ext cx="38880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+</a:t>
            </a:r>
          </a:p>
          <a:p>
            <a:pPr algn="ctr"/>
            <a:r>
              <a:rPr lang="en-US" sz="1100" i="1" dirty="0"/>
              <a:t>Signal tracking accuracy requirement</a:t>
            </a:r>
          </a:p>
        </p:txBody>
      </p:sp>
    </p:spTree>
    <p:extLst>
      <p:ext uri="{BB962C8B-B14F-4D97-AF65-F5344CB8AC3E}">
        <p14:creationId xmlns:p14="http://schemas.microsoft.com/office/powerpoint/2010/main" val="411496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34" grpId="0"/>
      <p:bldP spid="61" grpId="0"/>
      <p:bldP spid="62" grpId="0"/>
      <p:bldP spid="64" grpId="0"/>
      <p:bldP spid="65" grpId="0"/>
      <p:bldP spid="67" grpId="0"/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AAD115-F6A7-CDF4-DB58-4F6740020C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AC09C-ED40-88F6-BDC7-7B6284ECB6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8FC990-CDF6-F6D5-6583-0AD30B2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591248"/>
            <a:ext cx="8592872" cy="664797"/>
          </a:xfrm>
        </p:spPr>
        <p:txBody>
          <a:bodyPr/>
          <a:lstStyle/>
          <a:p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400" b="0" dirty="0"/>
              <a:t>Example of dispatch for one trading hour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9602BB0-9D7B-0F9A-275E-5D6241EEB4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253734"/>
              </p:ext>
            </p:extLst>
          </p:nvPr>
        </p:nvGraphicFramePr>
        <p:xfrm>
          <a:off x="3371849" y="1381125"/>
          <a:ext cx="5286375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3C32BE0-929E-F12C-984E-0D7CFFC04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975942"/>
              </p:ext>
            </p:extLst>
          </p:nvPr>
        </p:nvGraphicFramePr>
        <p:xfrm>
          <a:off x="3371850" y="3039371"/>
          <a:ext cx="5286374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217EA80-F936-9436-0830-4CECAA7D864D}"/>
              </a:ext>
            </a:extLst>
          </p:cNvPr>
          <p:cNvSpPr txBox="1"/>
          <p:nvPr/>
        </p:nvSpPr>
        <p:spPr>
          <a:xfrm>
            <a:off x="5520734" y="4053934"/>
            <a:ext cx="13335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Maximum Ramp-up/down rates respected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835A7-3910-D641-746D-3CB8CA327E33}"/>
              </a:ext>
            </a:extLst>
          </p:cNvPr>
          <p:cNvSpPr txBox="1"/>
          <p:nvPr/>
        </p:nvSpPr>
        <p:spPr>
          <a:xfrm>
            <a:off x="8921158" y="1820171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AGC signal can change every 4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7FB4B-170C-0409-9FC4-38595EE2E7D4}"/>
              </a:ext>
            </a:extLst>
          </p:cNvPr>
          <p:cNvSpPr txBox="1"/>
          <p:nvPr/>
        </p:nvSpPr>
        <p:spPr>
          <a:xfrm>
            <a:off x="8921158" y="3544196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Dispatch order can change every 5 minutes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ACC32D-D5FF-E89C-E46B-C8532F54A29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520734" y="3895725"/>
            <a:ext cx="666750" cy="158209"/>
          </a:xfrm>
          <a:prstGeom prst="straightConnector1">
            <a:avLst/>
          </a:prstGeom>
          <a:ln w="28575" cap="rnd">
            <a:solidFill>
              <a:schemeClr val="tx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CA31A1-BD90-1098-A209-F4464C372C2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187484" y="3895725"/>
            <a:ext cx="666750" cy="158209"/>
          </a:xfrm>
          <a:prstGeom prst="straightConnector1">
            <a:avLst/>
          </a:prstGeom>
          <a:ln w="28575" cap="rnd">
            <a:solidFill>
              <a:schemeClr val="tx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D6369-8DB8-D44A-AEE6-F7316464BB5A}"/>
              </a:ext>
            </a:extLst>
          </p:cNvPr>
          <p:cNvSpPr txBox="1"/>
          <p:nvPr/>
        </p:nvSpPr>
        <p:spPr>
          <a:xfrm>
            <a:off x="795008" y="3544196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Spinning or Non-Spinning reserve dispatch example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97A55-7B9F-90DE-157F-FD4594FF457D}"/>
              </a:ext>
            </a:extLst>
          </p:cNvPr>
          <p:cNvSpPr txBox="1"/>
          <p:nvPr/>
        </p:nvSpPr>
        <p:spPr>
          <a:xfrm>
            <a:off x="795008" y="1960988"/>
            <a:ext cx="201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Regulation up dispatch example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D2CA5D-DC3F-A2D0-D49A-9B8614F5578C}"/>
              </a:ext>
            </a:extLst>
          </p:cNvPr>
          <p:cNvGrpSpPr/>
          <p:nvPr/>
        </p:nvGrpSpPr>
        <p:grpSpPr>
          <a:xfrm>
            <a:off x="4392815" y="1438989"/>
            <a:ext cx="1918494" cy="246221"/>
            <a:chOff x="8787606" y="1906859"/>
            <a:chExt cx="1918494" cy="2462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F0BB14-4948-3853-7315-4462CDCFC584}"/>
                </a:ext>
              </a:extLst>
            </p:cNvPr>
            <p:cNvSpPr txBox="1"/>
            <p:nvPr/>
          </p:nvSpPr>
          <p:spPr>
            <a:xfrm>
              <a:off x="9008374" y="1906859"/>
              <a:ext cx="1697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/>
                <a:t>DAM + RTM Award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4F2610-B07A-B243-D6DA-8FF23DD08F8B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8787606" y="2029970"/>
              <a:ext cx="220768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ysDot"/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3CBE52-12CE-847E-D73E-45DED43603E5}"/>
              </a:ext>
            </a:extLst>
          </p:cNvPr>
          <p:cNvGrpSpPr/>
          <p:nvPr/>
        </p:nvGrpSpPr>
        <p:grpSpPr>
          <a:xfrm>
            <a:off x="6358753" y="1438989"/>
            <a:ext cx="1676761" cy="246221"/>
            <a:chOff x="8819789" y="2370704"/>
            <a:chExt cx="1676761" cy="2462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EC6C7D-6FEB-4734-E1F7-D29755B2CAC8}"/>
                </a:ext>
              </a:extLst>
            </p:cNvPr>
            <p:cNvSpPr txBox="1"/>
            <p:nvPr/>
          </p:nvSpPr>
          <p:spPr>
            <a:xfrm>
              <a:off x="9008374" y="2370704"/>
              <a:ext cx="14881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/>
                <a:t>Dispatch Signal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227871-B3A1-B792-C1CC-200599278F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9789" y="2498283"/>
              <a:ext cx="185770" cy="0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4CFE54E-975F-7C89-9AF0-D0AC8B756320}"/>
              </a:ext>
            </a:extLst>
          </p:cNvPr>
          <p:cNvSpPr/>
          <p:nvPr/>
        </p:nvSpPr>
        <p:spPr>
          <a:xfrm>
            <a:off x="3582358" y="3011617"/>
            <a:ext cx="4846307" cy="331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1B71B-EAF4-8420-49E3-521489FE53C4}"/>
              </a:ext>
            </a:extLst>
          </p:cNvPr>
          <p:cNvSpPr txBox="1"/>
          <p:nvPr/>
        </p:nvSpPr>
        <p:spPr>
          <a:xfrm>
            <a:off x="795008" y="5308709"/>
            <a:ext cx="201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C00000"/>
                </a:solidFill>
              </a:rPr>
              <a:t>Our dispatch simplification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EE689B03-8931-A67B-2DAA-B32A09580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857040"/>
              </p:ext>
            </p:extLst>
          </p:nvPr>
        </p:nvGraphicFramePr>
        <p:xfrm>
          <a:off x="3371850" y="4653896"/>
          <a:ext cx="5286374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799744D0-15CF-3AC5-1E38-D8943F7A9A14}"/>
              </a:ext>
            </a:extLst>
          </p:cNvPr>
          <p:cNvSpPr/>
          <p:nvPr/>
        </p:nvSpPr>
        <p:spPr>
          <a:xfrm>
            <a:off x="3582358" y="4626142"/>
            <a:ext cx="4846307" cy="331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DA9BA-8A6E-5E1A-7F9B-FDF06F67AD58}"/>
              </a:ext>
            </a:extLst>
          </p:cNvPr>
          <p:cNvSpPr txBox="1"/>
          <p:nvPr/>
        </p:nvSpPr>
        <p:spPr>
          <a:xfrm>
            <a:off x="8921158" y="5185597"/>
            <a:ext cx="23139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One dispatch order every 15 minutes (as a call rate = % of award)</a:t>
            </a:r>
          </a:p>
        </p:txBody>
      </p:sp>
    </p:spTree>
    <p:extLst>
      <p:ext uri="{BB962C8B-B14F-4D97-AF65-F5344CB8AC3E}">
        <p14:creationId xmlns:p14="http://schemas.microsoft.com/office/powerpoint/2010/main" val="249483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EE1-725F-391C-E2C3-474F97A8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55AA9E7-B40B-69E1-B60A-452D4C3925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37405C-F95C-9017-511D-C5CFDC622A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75D33-CB36-72AF-511A-BFE66014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8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000" b="0" dirty="0"/>
              <a:t>overview of prices in January 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BD746B-D76C-0F84-AC94-0030CF5D2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36957"/>
              </p:ext>
            </p:extLst>
          </p:nvPr>
        </p:nvGraphicFramePr>
        <p:xfrm>
          <a:off x="2032001" y="1933170"/>
          <a:ext cx="81279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297750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14195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25593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DAM price in Jan. 2025 ($/MW)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Mean RTM price in Jan. 2025 ($/MW)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0423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Regulation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35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i="1" dirty="0"/>
                        <a:t>Mileage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4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Regulation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6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i="1" dirty="0"/>
                        <a:t>Mileage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93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Non-spinning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46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Spinning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608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C14EE0-7A44-3E2D-7E3E-D850F69E6153}"/>
              </a:ext>
            </a:extLst>
          </p:cNvPr>
          <p:cNvSpPr txBox="1"/>
          <p:nvPr/>
        </p:nvSpPr>
        <p:spPr>
          <a:xfrm>
            <a:off x="1366982" y="5375564"/>
            <a:ext cx="945803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000" b="1" dirty="0"/>
              <a:t>Regulation prices </a:t>
            </a:r>
            <a:r>
              <a:rPr lang="en-US" sz="2000" dirty="0"/>
              <a:t>&gt;&gt; operating reserve prices</a:t>
            </a:r>
          </a:p>
          <a:p>
            <a:pPr algn="ctr">
              <a:spcBef>
                <a:spcPts val="600"/>
              </a:spcBef>
            </a:pPr>
            <a:r>
              <a:rPr lang="en-US" sz="2000" b="1" dirty="0"/>
              <a:t>Day ahead prices </a:t>
            </a:r>
            <a:r>
              <a:rPr lang="en-US" sz="2000" dirty="0"/>
              <a:t>&gt; Real-time prices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64F59-A463-9EA5-A327-E94398B645C1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</a:t>
            </a:r>
            <a:r>
              <a:rPr lang="en-US" sz="900" dirty="0">
                <a:hlinkClick r:id="rId2"/>
              </a:rPr>
              <a:t>OASIS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5718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83FA-0319-0DAD-5FEC-95F09C15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4AE362C-768A-353E-2ACA-60750970B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3C8445A-374C-322E-6899-1DF44FCD7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7ED53570-4CDA-F9B4-9EDC-0F52B08E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8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BTM/DER</a:t>
            </a:r>
            <a:br>
              <a:rPr lang="en-US" b="1" i="0" u="none" baseline="0" dirty="0"/>
            </a:br>
            <a:r>
              <a:rPr lang="en-US" sz="2000" b="0" dirty="0"/>
              <a:t>Specific rules &amp; Baseline calculation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6ADB0-D595-BAE5-C2CF-A1D9979E9EC7}"/>
              </a:ext>
            </a:extLst>
          </p:cNvPr>
          <p:cNvSpPr txBox="1"/>
          <p:nvPr/>
        </p:nvSpPr>
        <p:spPr>
          <a:xfrm>
            <a:off x="507008" y="1459346"/>
            <a:ext cx="10991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For behind-the-meter DERs</a:t>
            </a:r>
            <a:r>
              <a:rPr lang="en-US" dirty="0"/>
              <a:t>, all capacity and energy</a:t>
            </a:r>
            <a:r>
              <a:rPr lang="en-US" b="1" dirty="0"/>
              <a:t> bids in the wholesale market </a:t>
            </a:r>
            <a:r>
              <a:rPr lang="en-US" dirty="0"/>
              <a:t>are curtailment or oversupply </a:t>
            </a:r>
            <a:r>
              <a:rPr lang="en-US" b="1" dirty="0"/>
              <a:t>compared to the 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189A7-02E1-C5E6-EA36-1B3CE7D3BF09}"/>
              </a:ext>
            </a:extLst>
          </p:cNvPr>
          <p:cNvSpPr txBox="1"/>
          <p:nvPr/>
        </p:nvSpPr>
        <p:spPr>
          <a:xfrm>
            <a:off x="507008" y="2105677"/>
            <a:ext cx="10991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There are different baseline calculation methods for building loads, BTM generation, BTM storage, and EVSEs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06B509-5DB5-61A3-67BB-8FECCE5A283F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BPM for demand response; </a:t>
            </a:r>
            <a:r>
              <a:rPr lang="en-US" sz="900" dirty="0">
                <a:hlinkClick r:id="rId2"/>
              </a:rPr>
              <a:t>FERC 2222 CAISO Presentation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2462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249E7E-E3FB-B6CC-C3B9-F78BF74CEE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1845B-194C-1898-C7EF-2C89DBFCA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EE39C5-3B6C-CBE1-C9D9-5FAB029A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757447"/>
            <a:ext cx="8592872" cy="332399"/>
          </a:xfrm>
        </p:spPr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8E0C5-A3B1-BBEA-0947-C292C501E8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Only bill management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Bill management + DR program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Bill management + Wholesale market + AS (Operating reserve only)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Everything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[Optional] BTM DERs + FTM battery</a:t>
            </a:r>
          </a:p>
        </p:txBody>
      </p:sp>
    </p:spTree>
    <p:extLst>
      <p:ext uri="{BB962C8B-B14F-4D97-AF65-F5344CB8AC3E}">
        <p14:creationId xmlns:p14="http://schemas.microsoft.com/office/powerpoint/2010/main" val="36282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FB51-0A54-E7F6-E8B3-DB514B8B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FF58691-AB01-B581-67C3-6CA341FD84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77F1F8D-E0DC-6D3A-C007-CC4E3E6DCC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5DFEE18-53F7-CB60-F2C8-2A8CEFB83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757447"/>
            <a:ext cx="8592872" cy="332399"/>
          </a:xfrm>
        </p:spPr>
        <p:txBody>
          <a:bodyPr/>
          <a:lstStyle/>
          <a:p>
            <a:pPr algn="l" rtl="0"/>
            <a:r>
              <a:rPr lang="en-US" b="1" i="0" u="none" baseline="0" dirty="0"/>
              <a:t>Example of equations</a:t>
            </a:r>
            <a:endParaRPr lang="en-US" b="0" i="0" u="none" baseline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9F09B9-D82C-8320-B865-B2E2A1761C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31945D-B3A6-D637-2FD0-4648DEBEBDDD}"/>
                  </a:ext>
                </a:extLst>
              </p:cNvPr>
              <p:cNvSpPr txBox="1"/>
              <p:nvPr/>
            </p:nvSpPr>
            <p:spPr>
              <a:xfrm>
                <a:off x="1981200" y="2828925"/>
                <a:ext cx="8329653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𝐵𝐸𝑆𝑆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𝐷𝐴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𝐷𝑅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𝐷𝐴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𝐷𝐴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𝑟𝑒𝑡𝑎𝑖𝑙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31945D-B3A6-D637-2FD0-4648DEBEB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828925"/>
                <a:ext cx="8329653" cy="289182"/>
              </a:xfrm>
              <a:prstGeom prst="rect">
                <a:avLst/>
              </a:prstGeom>
              <a:blipFill>
                <a:blip r:embed="rId2"/>
                <a:stretch>
                  <a:fillRect l="-146" r="-659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067158-E9EE-0FEB-8E7E-239F75B03BB4}"/>
                  </a:ext>
                </a:extLst>
              </p:cNvPr>
              <p:cNvSpPr txBox="1"/>
              <p:nvPr/>
            </p:nvSpPr>
            <p:spPr>
              <a:xfrm>
                <a:off x="1981200" y="3651236"/>
                <a:ext cx="6105524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𝐸𝑉𝑆𝐸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=…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similar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 (3)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067158-E9EE-0FEB-8E7E-239F75B03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651236"/>
                <a:ext cx="6105524" cy="381515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A395B-9665-D876-D84E-766D63EEF86B}"/>
              </a:ext>
            </a:extLst>
          </p:cNvPr>
          <p:cNvSpPr txBox="1"/>
          <p:nvPr/>
        </p:nvSpPr>
        <p:spPr>
          <a:xfrm>
            <a:off x="1981199" y="4284940"/>
            <a:ext cx="83296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1000"/>
                </a:solidFill>
              </a:rPr>
              <a:t>We shouldn’t allow to buy electricity from the retailer while simultaneously selling the same amount to the wholesale market, because that is “</a:t>
            </a:r>
            <a:r>
              <a:rPr lang="en-US" dirty="0" err="1">
                <a:solidFill>
                  <a:srgbClr val="FF1000"/>
                </a:solidFill>
              </a:rPr>
              <a:t>virual</a:t>
            </a:r>
            <a:r>
              <a:rPr lang="en-US" dirty="0">
                <a:solidFill>
                  <a:srgbClr val="FF1000"/>
                </a:solidFill>
              </a:rPr>
              <a:t>” energy, that never actually flows on the electric network and in the battery.</a:t>
            </a:r>
          </a:p>
          <a:p>
            <a:pPr algn="l"/>
            <a:r>
              <a:rPr lang="en-US" dirty="0">
                <a:solidFill>
                  <a:srgbClr val="FF1000"/>
                </a:solidFill>
              </a:rPr>
              <a:t>Basically, either we charge (all Ps are greater or equal to 0) or we discharge (all Ps are less or equal to 0) </a:t>
            </a:r>
          </a:p>
        </p:txBody>
      </p:sp>
    </p:spTree>
    <p:extLst>
      <p:ext uri="{BB962C8B-B14F-4D97-AF65-F5344CB8AC3E}">
        <p14:creationId xmlns:p14="http://schemas.microsoft.com/office/powerpoint/2010/main" val="3753637414"/>
      </p:ext>
    </p:extLst>
  </p:cSld>
  <p:clrMapOvr>
    <a:masterClrMapping/>
  </p:clrMapOvr>
</p:sld>
</file>

<file path=ppt/theme/theme1.xml><?xml version="1.0" encoding="utf-8"?>
<a:theme xmlns:a="http://schemas.openxmlformats.org/drawingml/2006/main" name="TotalEnergies GRP - Bleu vert">
  <a:themeElements>
    <a:clrScheme name="TotalEnergies GRP [Vert]">
      <a:dk1>
        <a:srgbClr val="374649"/>
      </a:dk1>
      <a:lt1>
        <a:srgbClr val="FFFFFF"/>
      </a:lt1>
      <a:dk2>
        <a:srgbClr val="00C8AA"/>
      </a:dk2>
      <a:lt2>
        <a:srgbClr val="F5F6F6"/>
      </a:lt2>
      <a:accent1>
        <a:srgbClr val="00AAFF"/>
      </a:accent1>
      <a:accent2>
        <a:srgbClr val="4632FF"/>
      </a:accent2>
      <a:accent3>
        <a:srgbClr val="00C8FF"/>
      </a:accent3>
      <a:accent4>
        <a:srgbClr val="0082FF"/>
      </a:accent4>
      <a:accent5>
        <a:srgbClr val="FFDC00"/>
      </a:accent5>
      <a:accent6>
        <a:srgbClr val="FFAF00"/>
      </a:accent6>
      <a:hlink>
        <a:srgbClr val="7098A7"/>
      </a:hlink>
      <a:folHlink>
        <a:srgbClr val="FF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90000">
              <a:schemeClr val="accent1"/>
            </a:gs>
            <a:gs pos="0">
              <a:schemeClr val="tx2"/>
            </a:gs>
          </a:gsLst>
          <a:lin ang="0" scaled="0"/>
        </a:gradFill>
        <a:ln>
          <a:noFill/>
        </a:ln>
      </a:spPr>
      <a:bodyPr rtlCol="0" anchor="ctr"/>
      <a:lstStyle>
        <a:defPPr algn="ctr">
          <a:defRPr>
            <a:gradFill>
              <a:gsLst>
                <a:gs pos="100000">
                  <a:srgbClr val="FFAF00"/>
                </a:gs>
                <a:gs pos="0">
                  <a:srgbClr val="FFDC00"/>
                </a:gs>
              </a:gsLst>
              <a:lin ang="5400000" scaled="1"/>
            </a:gradFill>
            <a:latin typeface="Arial" panose="020B0604020202020204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2"/>
          </a:solidFill>
          <a:round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talEnergies AA_MAJ Rouge 16-9 FR_v24.potx" id="{8F81559F-8AB2-4AB8-AB80-A9DCDC310110}" vid="{7F80211D-D8F7-48B2-85FF-8935591EFD6D}"/>
    </a:ext>
  </a:extLst>
</a:theme>
</file>

<file path=ppt/theme/theme2.xml><?xml version="1.0" encoding="utf-8"?>
<a:theme xmlns:a="http://schemas.openxmlformats.org/drawingml/2006/main" name="Thème Office">
  <a:themeElements>
    <a:clrScheme name="TotalEnergies AA - Rouge">
      <a:dk1>
        <a:srgbClr val="374649"/>
      </a:dk1>
      <a:lt1>
        <a:srgbClr val="FFFFFF"/>
      </a:lt1>
      <a:dk2>
        <a:srgbClr val="ED00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ED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TotalEnergies AA - Rouge">
      <a:dk1>
        <a:srgbClr val="374649"/>
      </a:dk1>
      <a:lt1>
        <a:srgbClr val="FFFFFF"/>
      </a:lt1>
      <a:dk2>
        <a:srgbClr val="ED00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ED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5FBC0CFFD2564781F8E74D3393FF22" ma:contentTypeVersion="15" ma:contentTypeDescription="Crée un document." ma:contentTypeScope="" ma:versionID="37f0f2775448a0af96d85589402fe1b0">
  <xsd:schema xmlns:xsd="http://www.w3.org/2001/XMLSchema" xmlns:xs="http://www.w3.org/2001/XMLSchema" xmlns:p="http://schemas.microsoft.com/office/2006/metadata/properties" xmlns:ns1="http://schemas.microsoft.com/sharepoint/v3" xmlns:ns2="97c4418b-2112-4618-bda1-b446ea0a77df" xmlns:ns3="28b05b12-5631-4d94-9dad-e6730ac67024" targetNamespace="http://schemas.microsoft.com/office/2006/metadata/properties" ma:root="true" ma:fieldsID="aee8c3d686fc45a3d5cb5b3104b214ae" ns1:_="" ns2:_="" ns3:_="">
    <xsd:import namespace="http://schemas.microsoft.com/sharepoint/v3"/>
    <xsd:import namespace="97c4418b-2112-4618-bda1-b446ea0a77df"/>
    <xsd:import namespace="28b05b12-5631-4d94-9dad-e6730ac670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4418b-2112-4618-bda1-b446ea0a77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7d7a317d-19e9-4a41-b675-f2bd41b4ca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b05b12-5631-4d94-9dad-e6730ac6702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0e386a11-ef98-4bff-a3e7-43ada91c4b67}" ma:internalName="TaxCatchAll" ma:showField="CatchAllData" ma:web="28b05b12-5631-4d94-9dad-e6730ac670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c4418b-2112-4618-bda1-b446ea0a77df">
      <Terms xmlns="http://schemas.microsoft.com/office/infopath/2007/PartnerControls"/>
    </lcf76f155ced4ddcb4097134ff3c332f>
    <TaxCatchAll xmlns="28b05b12-5631-4d94-9dad-e6730ac6702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0C344CB-316B-4AA6-BAAF-C8B27AAAF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7c4418b-2112-4618-bda1-b446ea0a77df"/>
    <ds:schemaRef ds:uri="28b05b12-5631-4d94-9dad-e6730ac670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267317-2703-44CE-BD46-84C51E2E65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C03AD4-F95E-4D81-A670-5CE6ABDBE46F}">
  <ds:schemaRefs>
    <ds:schemaRef ds:uri="0f56e5b6-a4b1-4732-9033-cba9637fe47e"/>
    <ds:schemaRef ds:uri="15b5e406-11c1-480c-9a5b-d58b9e786112"/>
    <ds:schemaRef ds:uri="31593347-a747-4f29-99b2-d1791432499f"/>
    <ds:schemaRef ds:uri="66e0d421-77f0-4419-9237-d400743dbd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7c4418b-2112-4618-bda1-b446ea0a77df"/>
    <ds:schemaRef ds:uri="28b05b12-5631-4d94-9dad-e6730ac67024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329e91b0-e21f-48fb-a071-456717ecc28e}" enabled="0" method="" siteId="{329e91b0-e21f-48fb-a071-456717ecc28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TotalEnergies AA - Bleu</Template>
  <TotalTime>7318</TotalTime>
  <Words>1164</Words>
  <Application>Microsoft Office PowerPoint</Application>
  <PresentationFormat>Widescreen</PresentationFormat>
  <Paragraphs>228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Wingdings</vt:lpstr>
      <vt:lpstr>TotalEnergies GRP - Bleu vert</vt:lpstr>
      <vt:lpstr>market rules Overview: CAISO</vt:lpstr>
      <vt:lpstr>Overview of CAISO market value streams </vt:lpstr>
      <vt:lpstr>Market Timeline overview</vt:lpstr>
      <vt:lpstr>Ancillary services Specific rules</vt:lpstr>
      <vt:lpstr>Ancillary services Example of dispatch for one trading hour</vt:lpstr>
      <vt:lpstr>Ancillary services overview of prices in January 2025</vt:lpstr>
      <vt:lpstr>BTM/DER Specific rules &amp; Baseline calculation</vt:lpstr>
      <vt:lpstr>Use Cases</vt:lpstr>
      <vt:lpstr>Example of equations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Masque Kit de com GRP</dc:title>
  <dc:creator>Agence SlideUp</dc:creator>
  <cp:keywords>contact@slideup-crea.com</cp:keywords>
  <cp:lastModifiedBy>Thibaud CAMBRONNE</cp:lastModifiedBy>
  <cp:revision>20</cp:revision>
  <dcterms:created xsi:type="dcterms:W3CDTF">2021-08-30T17:14:08Z</dcterms:created>
  <dcterms:modified xsi:type="dcterms:W3CDTF">2025-04-16T23:54:49Z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0x010100895FBC0CFFD2564781F8E74D3393FF22</vt:lpwstr>
  </property>
</Properties>
</file>